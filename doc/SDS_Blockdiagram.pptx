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9" r:id="rId4"/>
    <p:sldId id="257" r:id="rId5"/>
    <p:sldId id="260" r:id="rId6"/>
    <p:sldId id="258" r:id="rId7"/>
  </p:sldIdLst>
  <p:sldSz cx="12801600" cy="9601200" type="A3"/>
  <p:notesSz cx="6858000" cy="9144000"/>
  <p:defaultTextStyle>
    <a:defPPr>
      <a:defRPr lang="ko-KR"/>
    </a:defPPr>
    <a:lvl1pPr marL="0" algn="l" defTabSz="1075233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615" algn="l" defTabSz="1075233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5233" algn="l" defTabSz="1075233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2850" algn="l" defTabSz="1075233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50467" algn="l" defTabSz="1075233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8082" algn="l" defTabSz="1075233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5697" algn="l" defTabSz="1075233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3315" algn="l" defTabSz="1075233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300932" algn="l" defTabSz="1075233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3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EC17-3314-4EE0-83E6-2FA5304847D5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F2A7-8EFF-4A98-930A-D725E7E25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500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EC17-3314-4EE0-83E6-2FA5304847D5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F2A7-8EFF-4A98-930A-D725E7E25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960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EC17-3314-4EE0-83E6-2FA5304847D5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F2A7-8EFF-4A98-930A-D725E7E25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567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EC17-3314-4EE0-83E6-2FA5304847D5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F2A7-8EFF-4A98-930A-D725E7E25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951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EC17-3314-4EE0-83E6-2FA5304847D5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F2A7-8EFF-4A98-930A-D725E7E25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978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EC17-3314-4EE0-83E6-2FA5304847D5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F2A7-8EFF-4A98-930A-D725E7E25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392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EC17-3314-4EE0-83E6-2FA5304847D5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F2A7-8EFF-4A98-930A-D725E7E25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120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EC17-3314-4EE0-83E6-2FA5304847D5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F2A7-8EFF-4A98-930A-D725E7E25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576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EC17-3314-4EE0-83E6-2FA5304847D5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F2A7-8EFF-4A98-930A-D725E7E25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57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EC17-3314-4EE0-83E6-2FA5304847D5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F2A7-8EFF-4A98-930A-D725E7E25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685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EC17-3314-4EE0-83E6-2FA5304847D5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F2A7-8EFF-4A98-930A-D725E7E25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949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9EC17-3314-4EE0-83E6-2FA5304847D5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8F2A7-8EFF-4A98-930A-D725E7E25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424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1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1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328076" y="786430"/>
            <a:ext cx="1185148" cy="742869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223" dirty="0" err="1"/>
              <a:t>Versal</a:t>
            </a:r>
            <a:endParaRPr lang="ko-KR" altLang="en-US" sz="2223" dirty="0"/>
          </a:p>
        </p:txBody>
      </p:sp>
      <p:sp>
        <p:nvSpPr>
          <p:cNvPr id="5" name="직사각형 4"/>
          <p:cNvSpPr/>
          <p:nvPr/>
        </p:nvSpPr>
        <p:spPr>
          <a:xfrm>
            <a:off x="8674329" y="567406"/>
            <a:ext cx="1170146" cy="87010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223" dirty="0"/>
              <a:t>LPDDR4</a:t>
            </a:r>
            <a:endParaRPr lang="ko-KR" altLang="en-US" sz="2223" dirty="0"/>
          </a:p>
        </p:txBody>
      </p:sp>
      <p:sp>
        <p:nvSpPr>
          <p:cNvPr id="6" name="직사각형 5"/>
          <p:cNvSpPr/>
          <p:nvPr/>
        </p:nvSpPr>
        <p:spPr>
          <a:xfrm>
            <a:off x="8824348" y="702422"/>
            <a:ext cx="1170146" cy="87010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223" dirty="0"/>
              <a:t>LPDDR4</a:t>
            </a:r>
            <a:endParaRPr lang="ko-KR" altLang="en-US" sz="2223" dirty="0"/>
          </a:p>
        </p:txBody>
      </p:sp>
      <p:sp>
        <p:nvSpPr>
          <p:cNvPr id="7" name="직사각형 6"/>
          <p:cNvSpPr/>
          <p:nvPr/>
        </p:nvSpPr>
        <p:spPr>
          <a:xfrm>
            <a:off x="8944363" y="867443"/>
            <a:ext cx="1170146" cy="87010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223" dirty="0"/>
              <a:t>LPDDR4</a:t>
            </a:r>
            <a:endParaRPr lang="ko-KR" altLang="en-US" sz="2223" dirty="0"/>
          </a:p>
        </p:txBody>
      </p:sp>
      <p:sp>
        <p:nvSpPr>
          <p:cNvPr id="8" name="직사각형 7"/>
          <p:cNvSpPr/>
          <p:nvPr/>
        </p:nvSpPr>
        <p:spPr>
          <a:xfrm>
            <a:off x="9094380" y="1002460"/>
            <a:ext cx="1170146" cy="87010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223" dirty="0"/>
              <a:t>LPDDR4</a:t>
            </a:r>
            <a:endParaRPr lang="ko-KR" altLang="en-US" sz="2223" dirty="0"/>
          </a:p>
        </p:txBody>
      </p:sp>
      <p:cxnSp>
        <p:nvCxnSpPr>
          <p:cNvPr id="10" name="직선 연결선 9"/>
          <p:cNvCxnSpPr/>
          <p:nvPr/>
        </p:nvCxnSpPr>
        <p:spPr>
          <a:xfrm>
            <a:off x="7444175" y="845431"/>
            <a:ext cx="12301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33244" y="601904"/>
            <a:ext cx="84029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TRIP1_CH0</a:t>
            </a:r>
            <a:endParaRPr lang="ko-KR" altLang="en-US" sz="1050" dirty="0"/>
          </a:p>
        </p:txBody>
      </p:sp>
      <p:cxnSp>
        <p:nvCxnSpPr>
          <p:cNvPr id="12" name="직선 연결선 11"/>
          <p:cNvCxnSpPr/>
          <p:nvPr/>
        </p:nvCxnSpPr>
        <p:spPr>
          <a:xfrm>
            <a:off x="7444175" y="1073961"/>
            <a:ext cx="12301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33244" y="830434"/>
            <a:ext cx="84029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TRIP1_CH1</a:t>
            </a:r>
            <a:endParaRPr lang="ko-KR" altLang="en-US" sz="1050" dirty="0"/>
          </a:p>
        </p:txBody>
      </p:sp>
      <p:cxnSp>
        <p:nvCxnSpPr>
          <p:cNvPr id="14" name="직선 연결선 13"/>
          <p:cNvCxnSpPr/>
          <p:nvPr/>
        </p:nvCxnSpPr>
        <p:spPr>
          <a:xfrm>
            <a:off x="7444175" y="1317492"/>
            <a:ext cx="12301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33244" y="1073965"/>
            <a:ext cx="84029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TRIP2_CH0</a:t>
            </a:r>
            <a:endParaRPr lang="ko-KR" altLang="en-US" sz="1050" dirty="0"/>
          </a:p>
        </p:txBody>
      </p:sp>
      <p:cxnSp>
        <p:nvCxnSpPr>
          <p:cNvPr id="16" name="직선 연결선 15"/>
          <p:cNvCxnSpPr/>
          <p:nvPr/>
        </p:nvCxnSpPr>
        <p:spPr>
          <a:xfrm>
            <a:off x="7444175" y="1546022"/>
            <a:ext cx="12301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33244" y="1302494"/>
            <a:ext cx="84029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TRIP2_CH1</a:t>
            </a:r>
            <a:endParaRPr lang="ko-KR" altLang="en-US" sz="1050" dirty="0"/>
          </a:p>
        </p:txBody>
      </p:sp>
      <p:sp>
        <p:nvSpPr>
          <p:cNvPr id="18" name="직사각형 17"/>
          <p:cNvSpPr/>
          <p:nvPr/>
        </p:nvSpPr>
        <p:spPr>
          <a:xfrm>
            <a:off x="9235352" y="1167481"/>
            <a:ext cx="1170146" cy="87010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223" dirty="0"/>
              <a:t>LPDDR4</a:t>
            </a:r>
            <a:endParaRPr lang="ko-KR" altLang="en-US" sz="2223" dirty="0"/>
          </a:p>
        </p:txBody>
      </p:sp>
      <p:sp>
        <p:nvSpPr>
          <p:cNvPr id="19" name="직사각형 18"/>
          <p:cNvSpPr/>
          <p:nvPr/>
        </p:nvSpPr>
        <p:spPr>
          <a:xfrm>
            <a:off x="9358232" y="1302497"/>
            <a:ext cx="1170146" cy="87010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223" dirty="0"/>
              <a:t>LPDDR4</a:t>
            </a:r>
            <a:endParaRPr lang="ko-KR" altLang="en-US" sz="2223" dirty="0"/>
          </a:p>
        </p:txBody>
      </p:sp>
      <p:cxnSp>
        <p:nvCxnSpPr>
          <p:cNvPr id="21" name="직선 연결선 20"/>
          <p:cNvCxnSpPr/>
          <p:nvPr/>
        </p:nvCxnSpPr>
        <p:spPr>
          <a:xfrm>
            <a:off x="7460609" y="1782547"/>
            <a:ext cx="12301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49679" y="1539021"/>
            <a:ext cx="84029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TRIP3_CH0</a:t>
            </a:r>
            <a:endParaRPr lang="ko-KR" altLang="en-US" sz="1050" dirty="0"/>
          </a:p>
        </p:txBody>
      </p:sp>
      <p:cxnSp>
        <p:nvCxnSpPr>
          <p:cNvPr id="23" name="직선 연결선 22"/>
          <p:cNvCxnSpPr/>
          <p:nvPr/>
        </p:nvCxnSpPr>
        <p:spPr>
          <a:xfrm>
            <a:off x="7460609" y="2011078"/>
            <a:ext cx="12301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49679" y="1767551"/>
            <a:ext cx="84029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TRIP3_CH1</a:t>
            </a:r>
            <a:endParaRPr lang="ko-KR" altLang="en-US" sz="1050" dirty="0"/>
          </a:p>
        </p:txBody>
      </p:sp>
      <p:sp>
        <p:nvSpPr>
          <p:cNvPr id="25" name="직사각형 24"/>
          <p:cNvSpPr/>
          <p:nvPr/>
        </p:nvSpPr>
        <p:spPr>
          <a:xfrm>
            <a:off x="3860961" y="231360"/>
            <a:ext cx="1185148" cy="910950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223" dirty="0"/>
              <a:t>Jetson</a:t>
            </a:r>
          </a:p>
          <a:p>
            <a:pPr algn="ctr"/>
            <a:r>
              <a:rPr lang="en-US" altLang="ko-KR" sz="2223" dirty="0"/>
              <a:t>(J1)</a:t>
            </a:r>
            <a:endParaRPr lang="ko-KR" altLang="en-US" sz="2223" dirty="0"/>
          </a:p>
        </p:txBody>
      </p:sp>
      <p:cxnSp>
        <p:nvCxnSpPr>
          <p:cNvPr id="26" name="직선 연결선 25"/>
          <p:cNvCxnSpPr>
            <a:cxnSpLocks/>
          </p:cNvCxnSpPr>
          <p:nvPr/>
        </p:nvCxnSpPr>
        <p:spPr>
          <a:xfrm>
            <a:off x="5046109" y="2390266"/>
            <a:ext cx="12819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25071" y="2152750"/>
            <a:ext cx="998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UPHY_TX[0:7]</a:t>
            </a:r>
            <a:endParaRPr lang="ko-KR" altLang="en-US" sz="1050" dirty="0"/>
          </a:p>
        </p:txBody>
      </p:sp>
      <p:cxnSp>
        <p:nvCxnSpPr>
          <p:cNvPr id="29" name="직선 연결선 28"/>
          <p:cNvCxnSpPr>
            <a:cxnSpLocks/>
          </p:cNvCxnSpPr>
          <p:nvPr/>
        </p:nvCxnSpPr>
        <p:spPr>
          <a:xfrm>
            <a:off x="5046109" y="2604786"/>
            <a:ext cx="12819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125072" y="2367269"/>
            <a:ext cx="10086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UPHY_RX[0:7]</a:t>
            </a:r>
            <a:endParaRPr lang="ko-KR" altLang="en-US" sz="1050" dirty="0"/>
          </a:p>
        </p:txBody>
      </p:sp>
      <p:cxnSp>
        <p:nvCxnSpPr>
          <p:cNvPr id="31" name="직선 연결선 30"/>
          <p:cNvCxnSpPr>
            <a:cxnSpLocks/>
          </p:cNvCxnSpPr>
          <p:nvPr/>
        </p:nvCxnSpPr>
        <p:spPr>
          <a:xfrm>
            <a:off x="5046109" y="2833313"/>
            <a:ext cx="12819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25072" y="2595795"/>
            <a:ext cx="8130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PCIE5_CLK</a:t>
            </a:r>
            <a:endParaRPr lang="ko-KR" altLang="en-US" sz="1050" dirty="0"/>
          </a:p>
        </p:txBody>
      </p:sp>
      <p:cxnSp>
        <p:nvCxnSpPr>
          <p:cNvPr id="33" name="직선 연결선 32"/>
          <p:cNvCxnSpPr/>
          <p:nvPr/>
        </p:nvCxnSpPr>
        <p:spPr>
          <a:xfrm>
            <a:off x="2678310" y="391882"/>
            <a:ext cx="1203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857942" y="133354"/>
            <a:ext cx="8130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PCIE4_CLK</a:t>
            </a:r>
            <a:endParaRPr lang="ko-KR" altLang="en-US" sz="1050" dirty="0"/>
          </a:p>
        </p:txBody>
      </p:sp>
      <p:sp>
        <p:nvSpPr>
          <p:cNvPr id="36" name="직사각형 35"/>
          <p:cNvSpPr/>
          <p:nvPr/>
        </p:nvSpPr>
        <p:spPr>
          <a:xfrm>
            <a:off x="1501596" y="238396"/>
            <a:ext cx="1170146" cy="104910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70" dirty="0"/>
              <a:t>M.2</a:t>
            </a:r>
          </a:p>
          <a:p>
            <a:pPr algn="ctr"/>
            <a:r>
              <a:rPr lang="en-US" altLang="ko-KR" sz="1470" dirty="0"/>
              <a:t>M key</a:t>
            </a:r>
            <a:endParaRPr lang="ko-KR" altLang="en-US" sz="1470" dirty="0"/>
          </a:p>
        </p:txBody>
      </p:sp>
      <p:cxnSp>
        <p:nvCxnSpPr>
          <p:cNvPr id="37" name="직선 연결선 36"/>
          <p:cNvCxnSpPr/>
          <p:nvPr/>
        </p:nvCxnSpPr>
        <p:spPr>
          <a:xfrm>
            <a:off x="2663471" y="632428"/>
            <a:ext cx="1203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843103" y="373901"/>
            <a:ext cx="87075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UPHY_TX[ ]</a:t>
            </a:r>
            <a:endParaRPr lang="ko-KR" altLang="en-US" sz="1050" dirty="0"/>
          </a:p>
        </p:txBody>
      </p:sp>
      <p:cxnSp>
        <p:nvCxnSpPr>
          <p:cNvPr id="39" name="직선 연결선 38"/>
          <p:cNvCxnSpPr/>
          <p:nvPr/>
        </p:nvCxnSpPr>
        <p:spPr>
          <a:xfrm>
            <a:off x="2662691" y="886976"/>
            <a:ext cx="1203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842324" y="628449"/>
            <a:ext cx="8803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UPHY_RX[ ]</a:t>
            </a:r>
            <a:endParaRPr lang="ko-KR" altLang="en-US" sz="1050" dirty="0"/>
          </a:p>
        </p:txBody>
      </p:sp>
      <p:cxnSp>
        <p:nvCxnSpPr>
          <p:cNvPr id="41" name="직선 연결선 40"/>
          <p:cNvCxnSpPr/>
          <p:nvPr/>
        </p:nvCxnSpPr>
        <p:spPr>
          <a:xfrm>
            <a:off x="2662691" y="1145508"/>
            <a:ext cx="1203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42322" y="886980"/>
            <a:ext cx="6158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control</a:t>
            </a:r>
            <a:endParaRPr lang="ko-KR" altLang="en-US" sz="1050" dirty="0"/>
          </a:p>
        </p:txBody>
      </p:sp>
      <p:cxnSp>
        <p:nvCxnSpPr>
          <p:cNvPr id="43" name="직선 연결선 42"/>
          <p:cNvCxnSpPr/>
          <p:nvPr/>
        </p:nvCxnSpPr>
        <p:spPr>
          <a:xfrm>
            <a:off x="2678310" y="1474038"/>
            <a:ext cx="1203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857942" y="1215510"/>
            <a:ext cx="8130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PCIE1_CLK</a:t>
            </a:r>
            <a:endParaRPr lang="ko-KR" altLang="en-US" sz="1050" dirty="0"/>
          </a:p>
        </p:txBody>
      </p:sp>
      <p:cxnSp>
        <p:nvCxnSpPr>
          <p:cNvPr id="46" name="직선 연결선 45"/>
          <p:cNvCxnSpPr/>
          <p:nvPr/>
        </p:nvCxnSpPr>
        <p:spPr>
          <a:xfrm>
            <a:off x="2663471" y="1714584"/>
            <a:ext cx="1203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843104" y="1456056"/>
            <a:ext cx="8867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UPHY0_TX3</a:t>
            </a:r>
            <a:endParaRPr lang="ko-KR" altLang="en-US" sz="1050" dirty="0"/>
          </a:p>
        </p:txBody>
      </p:sp>
      <p:cxnSp>
        <p:nvCxnSpPr>
          <p:cNvPr id="48" name="직선 연결선 47"/>
          <p:cNvCxnSpPr/>
          <p:nvPr/>
        </p:nvCxnSpPr>
        <p:spPr>
          <a:xfrm>
            <a:off x="2662691" y="1969132"/>
            <a:ext cx="1203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842323" y="1710604"/>
            <a:ext cx="89639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UPHY0_RX3</a:t>
            </a:r>
            <a:endParaRPr lang="ko-KR" altLang="en-US" sz="1050" dirty="0"/>
          </a:p>
        </p:txBody>
      </p:sp>
      <p:cxnSp>
        <p:nvCxnSpPr>
          <p:cNvPr id="50" name="직선 연결선 49"/>
          <p:cNvCxnSpPr/>
          <p:nvPr/>
        </p:nvCxnSpPr>
        <p:spPr>
          <a:xfrm>
            <a:off x="2662691" y="2227664"/>
            <a:ext cx="1203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842322" y="1969136"/>
            <a:ext cx="6158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control</a:t>
            </a:r>
            <a:endParaRPr lang="ko-KR" altLang="en-US" sz="1050" dirty="0"/>
          </a:p>
        </p:txBody>
      </p:sp>
      <p:sp>
        <p:nvSpPr>
          <p:cNvPr id="52" name="직사각형 51"/>
          <p:cNvSpPr/>
          <p:nvPr/>
        </p:nvSpPr>
        <p:spPr>
          <a:xfrm>
            <a:off x="219628" y="3699476"/>
            <a:ext cx="877161" cy="43406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70" dirty="0"/>
              <a:t>SD Card</a:t>
            </a:r>
          </a:p>
        </p:txBody>
      </p:sp>
      <p:cxnSp>
        <p:nvCxnSpPr>
          <p:cNvPr id="53" name="직선 연결선 52"/>
          <p:cNvCxnSpPr>
            <a:stCxn id="52" idx="3"/>
          </p:cNvCxnSpPr>
          <p:nvPr/>
        </p:nvCxnSpPr>
        <p:spPr>
          <a:xfrm>
            <a:off x="1096791" y="3916507"/>
            <a:ext cx="27641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064098" y="3672519"/>
            <a:ext cx="7601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SDMMC1</a:t>
            </a:r>
            <a:endParaRPr lang="ko-KR" altLang="en-US" sz="1050" dirty="0"/>
          </a:p>
        </p:txBody>
      </p:sp>
      <p:cxnSp>
        <p:nvCxnSpPr>
          <p:cNvPr id="56" name="직선 연결선 55"/>
          <p:cNvCxnSpPr/>
          <p:nvPr/>
        </p:nvCxnSpPr>
        <p:spPr>
          <a:xfrm>
            <a:off x="2690104" y="3489095"/>
            <a:ext cx="361251" cy="1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3051349" y="3489096"/>
            <a:ext cx="0" cy="426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2662691" y="2482212"/>
            <a:ext cx="1203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842319" y="2223684"/>
            <a:ext cx="5950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UART5</a:t>
            </a:r>
            <a:endParaRPr lang="ko-KR" altLang="en-US" sz="1050" dirty="0"/>
          </a:p>
        </p:txBody>
      </p:sp>
      <p:cxnSp>
        <p:nvCxnSpPr>
          <p:cNvPr id="64" name="직선 연결선 63"/>
          <p:cNvCxnSpPr/>
          <p:nvPr/>
        </p:nvCxnSpPr>
        <p:spPr>
          <a:xfrm>
            <a:off x="2662691" y="2736758"/>
            <a:ext cx="1203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842316" y="2478230"/>
            <a:ext cx="4427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I2S3</a:t>
            </a:r>
            <a:endParaRPr lang="ko-KR" altLang="en-US" sz="1050" dirty="0"/>
          </a:p>
        </p:txBody>
      </p:sp>
      <p:cxnSp>
        <p:nvCxnSpPr>
          <p:cNvPr id="66" name="직선 연결선 65"/>
          <p:cNvCxnSpPr/>
          <p:nvPr/>
        </p:nvCxnSpPr>
        <p:spPr>
          <a:xfrm>
            <a:off x="2649939" y="2991693"/>
            <a:ext cx="1203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829565" y="2733165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I2C5</a:t>
            </a:r>
            <a:endParaRPr lang="ko-KR" altLang="en-US" sz="1050" dirty="0"/>
          </a:p>
        </p:txBody>
      </p:sp>
      <p:sp>
        <p:nvSpPr>
          <p:cNvPr id="68" name="직사각형 67"/>
          <p:cNvSpPr/>
          <p:nvPr/>
        </p:nvSpPr>
        <p:spPr>
          <a:xfrm>
            <a:off x="219628" y="4167398"/>
            <a:ext cx="877157" cy="43406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70" dirty="0"/>
              <a:t>HDMI</a:t>
            </a:r>
          </a:p>
        </p:txBody>
      </p:sp>
      <p:cxnSp>
        <p:nvCxnSpPr>
          <p:cNvPr id="69" name="직선 연결선 68"/>
          <p:cNvCxnSpPr/>
          <p:nvPr/>
        </p:nvCxnSpPr>
        <p:spPr>
          <a:xfrm>
            <a:off x="1096785" y="4380927"/>
            <a:ext cx="27641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984994" y="4125495"/>
            <a:ext cx="8435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HDMI_DP2</a:t>
            </a:r>
            <a:endParaRPr lang="ko-KR" altLang="en-US" sz="1050" dirty="0"/>
          </a:p>
        </p:txBody>
      </p:sp>
      <p:sp>
        <p:nvSpPr>
          <p:cNvPr id="73" name="직사각형 72"/>
          <p:cNvSpPr/>
          <p:nvPr/>
        </p:nvSpPr>
        <p:spPr>
          <a:xfrm>
            <a:off x="1501596" y="4660515"/>
            <a:ext cx="1170146" cy="4340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60" dirty="0"/>
              <a:t>88E1512(U11)</a:t>
            </a:r>
            <a:endParaRPr lang="en-US" altLang="ko-KR" sz="1103" dirty="0"/>
          </a:p>
        </p:txBody>
      </p:sp>
      <p:cxnSp>
        <p:nvCxnSpPr>
          <p:cNvPr id="74" name="직선 연결선 73"/>
          <p:cNvCxnSpPr/>
          <p:nvPr/>
        </p:nvCxnSpPr>
        <p:spPr>
          <a:xfrm>
            <a:off x="2690098" y="4867440"/>
            <a:ext cx="1203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984993" y="4619018"/>
            <a:ext cx="5581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RGMII</a:t>
            </a:r>
            <a:endParaRPr lang="ko-KR" altLang="en-US" sz="1050" dirty="0"/>
          </a:p>
        </p:txBody>
      </p:sp>
      <p:cxnSp>
        <p:nvCxnSpPr>
          <p:cNvPr id="77" name="직선 연결선 76"/>
          <p:cNvCxnSpPr>
            <a:cxnSpLocks/>
          </p:cNvCxnSpPr>
          <p:nvPr/>
        </p:nvCxnSpPr>
        <p:spPr>
          <a:xfrm>
            <a:off x="658206" y="4877546"/>
            <a:ext cx="843385" cy="0"/>
          </a:xfrm>
          <a:prstGeom prst="line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>
            <a:off x="2649939" y="5830924"/>
            <a:ext cx="1203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842317" y="5598149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I2C1</a:t>
            </a:r>
            <a:endParaRPr lang="ko-KR" altLang="en-US" sz="1050" dirty="0"/>
          </a:p>
        </p:txBody>
      </p:sp>
      <p:sp>
        <p:nvSpPr>
          <p:cNvPr id="82" name="직사각형 81"/>
          <p:cNvSpPr/>
          <p:nvPr/>
        </p:nvSpPr>
        <p:spPr>
          <a:xfrm>
            <a:off x="1501596" y="5605182"/>
            <a:ext cx="1170146" cy="4340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70" dirty="0"/>
              <a:t>EEPROM</a:t>
            </a:r>
            <a:endParaRPr lang="en-US" altLang="ko-KR" sz="1155" dirty="0"/>
          </a:p>
        </p:txBody>
      </p:sp>
      <p:cxnSp>
        <p:nvCxnSpPr>
          <p:cNvPr id="83" name="직선 연결선 82"/>
          <p:cNvCxnSpPr/>
          <p:nvPr/>
        </p:nvCxnSpPr>
        <p:spPr>
          <a:xfrm>
            <a:off x="7514482" y="7614501"/>
            <a:ext cx="12301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703547" y="7370974"/>
            <a:ext cx="5950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UART1</a:t>
            </a:r>
            <a:endParaRPr lang="ko-KR" altLang="en-US" sz="1050" dirty="0"/>
          </a:p>
        </p:txBody>
      </p:sp>
      <p:sp>
        <p:nvSpPr>
          <p:cNvPr id="85" name="직사각형 84"/>
          <p:cNvSpPr/>
          <p:nvPr/>
        </p:nvSpPr>
        <p:spPr>
          <a:xfrm>
            <a:off x="8742975" y="7370970"/>
            <a:ext cx="1170146" cy="46685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60" dirty="0"/>
              <a:t>SP3071EEN-L</a:t>
            </a:r>
            <a:endParaRPr lang="ko-KR" altLang="en-US" sz="1260" dirty="0"/>
          </a:p>
        </p:txBody>
      </p:sp>
      <p:cxnSp>
        <p:nvCxnSpPr>
          <p:cNvPr id="86" name="직선 연결선 85"/>
          <p:cNvCxnSpPr/>
          <p:nvPr/>
        </p:nvCxnSpPr>
        <p:spPr>
          <a:xfrm>
            <a:off x="9927093" y="7647025"/>
            <a:ext cx="117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11101599" y="7394506"/>
            <a:ext cx="863743" cy="195269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dirty="0"/>
              <a:t>U114</a:t>
            </a:r>
            <a:endParaRPr lang="ko-KR" altLang="en-US" sz="1200" dirty="0"/>
          </a:p>
        </p:txBody>
      </p:sp>
      <p:sp>
        <p:nvSpPr>
          <p:cNvPr id="89" name="직사각형 88"/>
          <p:cNvSpPr/>
          <p:nvPr/>
        </p:nvSpPr>
        <p:spPr>
          <a:xfrm>
            <a:off x="8742970" y="8578308"/>
            <a:ext cx="1170146" cy="46685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60" dirty="0"/>
              <a:t>SP3071EEN-L</a:t>
            </a:r>
            <a:endParaRPr lang="ko-KR" altLang="en-US" sz="1260" dirty="0"/>
          </a:p>
        </p:txBody>
      </p:sp>
      <p:cxnSp>
        <p:nvCxnSpPr>
          <p:cNvPr id="90" name="직선 연결선 89"/>
          <p:cNvCxnSpPr/>
          <p:nvPr/>
        </p:nvCxnSpPr>
        <p:spPr>
          <a:xfrm>
            <a:off x="9910429" y="8854363"/>
            <a:ext cx="11911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>
            <a:off x="5046109" y="8828674"/>
            <a:ext cx="37271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687293" y="8585143"/>
            <a:ext cx="5950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UART1</a:t>
            </a:r>
            <a:endParaRPr lang="ko-KR" altLang="en-US" sz="1050" dirty="0"/>
          </a:p>
        </p:txBody>
      </p:sp>
      <p:sp>
        <p:nvSpPr>
          <p:cNvPr id="99" name="TextBox 98"/>
          <p:cNvSpPr txBox="1"/>
          <p:nvPr/>
        </p:nvSpPr>
        <p:spPr>
          <a:xfrm>
            <a:off x="10248158" y="8631774"/>
            <a:ext cx="7296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GPU_422</a:t>
            </a:r>
            <a:endParaRPr lang="ko-KR" altLang="en-US" sz="1050" dirty="0"/>
          </a:p>
        </p:txBody>
      </p:sp>
      <p:sp>
        <p:nvSpPr>
          <p:cNvPr id="100" name="TextBox 99"/>
          <p:cNvSpPr txBox="1"/>
          <p:nvPr/>
        </p:nvSpPr>
        <p:spPr>
          <a:xfrm>
            <a:off x="10248163" y="7407986"/>
            <a:ext cx="7906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FPGA_422</a:t>
            </a:r>
            <a:endParaRPr lang="ko-KR" altLang="en-US" sz="1050" dirty="0"/>
          </a:p>
        </p:txBody>
      </p:sp>
      <p:cxnSp>
        <p:nvCxnSpPr>
          <p:cNvPr id="101" name="직선 연결선 100"/>
          <p:cNvCxnSpPr/>
          <p:nvPr/>
        </p:nvCxnSpPr>
        <p:spPr>
          <a:xfrm>
            <a:off x="2662691" y="6374913"/>
            <a:ext cx="1203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2842317" y="6143279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I2C2</a:t>
            </a:r>
            <a:endParaRPr lang="ko-KR" altLang="en-US" sz="1050" dirty="0"/>
          </a:p>
        </p:txBody>
      </p:sp>
      <p:sp>
        <p:nvSpPr>
          <p:cNvPr id="103" name="직사각형 102"/>
          <p:cNvSpPr/>
          <p:nvPr/>
        </p:nvSpPr>
        <p:spPr>
          <a:xfrm>
            <a:off x="1501596" y="6132597"/>
            <a:ext cx="1170146" cy="4340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70" dirty="0"/>
              <a:t>USB CC</a:t>
            </a:r>
            <a:endParaRPr lang="en-US" altLang="ko-KR" sz="1155" dirty="0"/>
          </a:p>
        </p:txBody>
      </p:sp>
      <p:cxnSp>
        <p:nvCxnSpPr>
          <p:cNvPr id="104" name="직선 연결선 103"/>
          <p:cNvCxnSpPr/>
          <p:nvPr/>
        </p:nvCxnSpPr>
        <p:spPr>
          <a:xfrm>
            <a:off x="1096785" y="6709625"/>
            <a:ext cx="27984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2871867" y="6451097"/>
            <a:ext cx="8130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UPHY_TX1</a:t>
            </a:r>
            <a:endParaRPr lang="ko-KR" altLang="en-US" sz="1050" dirty="0"/>
          </a:p>
        </p:txBody>
      </p:sp>
      <p:sp>
        <p:nvSpPr>
          <p:cNvPr id="107" name="직사각형 106"/>
          <p:cNvSpPr/>
          <p:nvPr/>
        </p:nvSpPr>
        <p:spPr>
          <a:xfrm>
            <a:off x="219628" y="6127110"/>
            <a:ext cx="877161" cy="12001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70" dirty="0"/>
              <a:t>USB</a:t>
            </a:r>
          </a:p>
          <a:p>
            <a:pPr algn="ctr"/>
            <a:r>
              <a:rPr lang="en-US" altLang="ko-KR" sz="1470" dirty="0"/>
              <a:t>C</a:t>
            </a:r>
            <a:endParaRPr lang="en-US" altLang="ko-KR" sz="1155" dirty="0"/>
          </a:p>
        </p:txBody>
      </p:sp>
      <p:cxnSp>
        <p:nvCxnSpPr>
          <p:cNvPr id="108" name="직선 연결선 107"/>
          <p:cNvCxnSpPr/>
          <p:nvPr/>
        </p:nvCxnSpPr>
        <p:spPr>
          <a:xfrm>
            <a:off x="1096785" y="6329619"/>
            <a:ext cx="401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/>
          <p:nvPr/>
        </p:nvCxnSpPr>
        <p:spPr>
          <a:xfrm>
            <a:off x="1096785" y="6965768"/>
            <a:ext cx="27984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2871867" y="6707240"/>
            <a:ext cx="8226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UPHY_RX1</a:t>
            </a:r>
            <a:endParaRPr lang="ko-KR" altLang="en-US" sz="1050" dirty="0"/>
          </a:p>
        </p:txBody>
      </p:sp>
      <p:sp>
        <p:nvSpPr>
          <p:cNvPr id="111" name="직사각형 110"/>
          <p:cNvSpPr/>
          <p:nvPr/>
        </p:nvSpPr>
        <p:spPr>
          <a:xfrm>
            <a:off x="1501596" y="5124524"/>
            <a:ext cx="1170146" cy="4340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dirty="0"/>
              <a:t>AQR113C(U122)</a:t>
            </a:r>
            <a:br>
              <a:rPr lang="en-US" altLang="ko-KR" sz="1200" dirty="0"/>
            </a:br>
            <a:r>
              <a:rPr lang="en-US" altLang="ko-KR" sz="1200" dirty="0"/>
              <a:t>10G Ethernet</a:t>
            </a:r>
            <a:endParaRPr lang="en-US" altLang="ko-KR" sz="1100" dirty="0"/>
          </a:p>
        </p:txBody>
      </p:sp>
      <p:cxnSp>
        <p:nvCxnSpPr>
          <p:cNvPr id="112" name="직선 연결선 111"/>
          <p:cNvCxnSpPr/>
          <p:nvPr/>
        </p:nvCxnSpPr>
        <p:spPr>
          <a:xfrm>
            <a:off x="2690098" y="5211431"/>
            <a:ext cx="1203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984994" y="4963010"/>
            <a:ext cx="8130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UPHY_TX6</a:t>
            </a:r>
            <a:endParaRPr lang="ko-KR" altLang="en-US" sz="1050" dirty="0"/>
          </a:p>
        </p:txBody>
      </p:sp>
      <p:sp>
        <p:nvSpPr>
          <p:cNvPr id="114" name="직사각형 113"/>
          <p:cNvSpPr/>
          <p:nvPr/>
        </p:nvSpPr>
        <p:spPr>
          <a:xfrm>
            <a:off x="219628" y="5124524"/>
            <a:ext cx="877161" cy="43406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70" dirty="0"/>
              <a:t>RJ45</a:t>
            </a:r>
            <a:endParaRPr lang="en-US" altLang="ko-KR" sz="1155" dirty="0"/>
          </a:p>
        </p:txBody>
      </p:sp>
      <p:cxnSp>
        <p:nvCxnSpPr>
          <p:cNvPr id="115" name="직선 연결선 114"/>
          <p:cNvCxnSpPr/>
          <p:nvPr/>
        </p:nvCxnSpPr>
        <p:spPr>
          <a:xfrm>
            <a:off x="1100071" y="5341555"/>
            <a:ext cx="401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/>
          <p:cNvCxnSpPr/>
          <p:nvPr/>
        </p:nvCxnSpPr>
        <p:spPr>
          <a:xfrm>
            <a:off x="2678310" y="5468963"/>
            <a:ext cx="1203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2973206" y="5220541"/>
            <a:ext cx="8226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UPHY_RX6</a:t>
            </a:r>
            <a:endParaRPr lang="ko-KR" altLang="en-US" sz="1050" dirty="0"/>
          </a:p>
        </p:txBody>
      </p:sp>
      <p:sp>
        <p:nvSpPr>
          <p:cNvPr id="118" name="직사각형 117"/>
          <p:cNvSpPr/>
          <p:nvPr/>
        </p:nvSpPr>
        <p:spPr>
          <a:xfrm>
            <a:off x="8746604" y="6878260"/>
            <a:ext cx="1170146" cy="4340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60" dirty="0"/>
              <a:t>88E1512(U58)</a:t>
            </a:r>
            <a:endParaRPr lang="en-US" altLang="ko-KR" sz="1103" dirty="0"/>
          </a:p>
        </p:txBody>
      </p:sp>
      <p:sp>
        <p:nvSpPr>
          <p:cNvPr id="119" name="직사각형 118"/>
          <p:cNvSpPr/>
          <p:nvPr/>
        </p:nvSpPr>
        <p:spPr>
          <a:xfrm>
            <a:off x="11102028" y="6901792"/>
            <a:ext cx="877161" cy="43406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dirty="0"/>
              <a:t>RJ45</a:t>
            </a:r>
          </a:p>
        </p:txBody>
      </p:sp>
      <p:cxnSp>
        <p:nvCxnSpPr>
          <p:cNvPr id="120" name="직선 연결선 119"/>
          <p:cNvCxnSpPr>
            <a:endCxn id="119" idx="1"/>
          </p:cNvCxnSpPr>
          <p:nvPr/>
        </p:nvCxnSpPr>
        <p:spPr>
          <a:xfrm>
            <a:off x="9910429" y="7118823"/>
            <a:ext cx="11915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/>
          <p:nvPr/>
        </p:nvCxnSpPr>
        <p:spPr>
          <a:xfrm>
            <a:off x="7498229" y="7103451"/>
            <a:ext cx="12301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7687298" y="6859926"/>
            <a:ext cx="10775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LPD_MIO[0:13]</a:t>
            </a:r>
            <a:endParaRPr lang="ko-KR" altLang="en-US" sz="1050" dirty="0"/>
          </a:p>
        </p:txBody>
      </p:sp>
      <p:cxnSp>
        <p:nvCxnSpPr>
          <p:cNvPr id="124" name="직선 연결선 123"/>
          <p:cNvCxnSpPr/>
          <p:nvPr/>
        </p:nvCxnSpPr>
        <p:spPr>
          <a:xfrm>
            <a:off x="1096785" y="7221911"/>
            <a:ext cx="27984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2871863" y="6963382"/>
            <a:ext cx="5052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USB0</a:t>
            </a:r>
            <a:endParaRPr lang="ko-KR" altLang="en-US" sz="1050" dirty="0"/>
          </a:p>
        </p:txBody>
      </p:sp>
      <p:cxnSp>
        <p:nvCxnSpPr>
          <p:cNvPr id="126" name="직선 연결선 125"/>
          <p:cNvCxnSpPr/>
          <p:nvPr/>
        </p:nvCxnSpPr>
        <p:spPr>
          <a:xfrm>
            <a:off x="2636741" y="3261911"/>
            <a:ext cx="1203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816370" y="3003383"/>
            <a:ext cx="5052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USB2</a:t>
            </a:r>
            <a:endParaRPr lang="ko-KR" altLang="en-US" sz="1050" dirty="0"/>
          </a:p>
        </p:txBody>
      </p:sp>
      <p:sp>
        <p:nvSpPr>
          <p:cNvPr id="128" name="직사각형 127"/>
          <p:cNvSpPr/>
          <p:nvPr/>
        </p:nvSpPr>
        <p:spPr>
          <a:xfrm>
            <a:off x="6328082" y="291543"/>
            <a:ext cx="1170146" cy="43406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60" dirty="0">
                <a:solidFill>
                  <a:srgbClr val="FFC000"/>
                </a:solidFill>
              </a:rPr>
              <a:t>156.25MHz</a:t>
            </a:r>
            <a:endParaRPr lang="en-US" altLang="ko-KR" sz="1155" dirty="0">
              <a:solidFill>
                <a:srgbClr val="FFC000"/>
              </a:solidFill>
            </a:endParaRPr>
          </a:p>
        </p:txBody>
      </p:sp>
      <p:cxnSp>
        <p:nvCxnSpPr>
          <p:cNvPr id="129" name="직선 연결선 128"/>
          <p:cNvCxnSpPr>
            <a:endCxn id="128" idx="1"/>
          </p:cNvCxnSpPr>
          <p:nvPr/>
        </p:nvCxnSpPr>
        <p:spPr>
          <a:xfrm flipV="1">
            <a:off x="5027839" y="508578"/>
            <a:ext cx="1300243" cy="47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5067323" y="264666"/>
            <a:ext cx="11817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UPHY2_REFCLK2</a:t>
            </a:r>
            <a:endParaRPr lang="ko-KR" altLang="en-US" sz="1050" dirty="0"/>
          </a:p>
        </p:txBody>
      </p:sp>
      <p:sp>
        <p:nvSpPr>
          <p:cNvPr id="132" name="직사각형 131"/>
          <p:cNvSpPr/>
          <p:nvPr/>
        </p:nvSpPr>
        <p:spPr>
          <a:xfrm>
            <a:off x="8740283" y="2823278"/>
            <a:ext cx="1170146" cy="143502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223" dirty="0"/>
              <a:t>AD9371</a:t>
            </a:r>
            <a:endParaRPr lang="ko-KR" altLang="en-US" sz="2223" dirty="0"/>
          </a:p>
        </p:txBody>
      </p:sp>
      <p:cxnSp>
        <p:nvCxnSpPr>
          <p:cNvPr id="133" name="직선 연결선 132"/>
          <p:cNvCxnSpPr/>
          <p:nvPr/>
        </p:nvCxnSpPr>
        <p:spPr>
          <a:xfrm>
            <a:off x="7521017" y="3003600"/>
            <a:ext cx="12301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7710082" y="2760073"/>
            <a:ext cx="3722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SPI</a:t>
            </a:r>
            <a:endParaRPr lang="ko-KR" altLang="en-US" sz="1050" dirty="0"/>
          </a:p>
        </p:txBody>
      </p:sp>
      <p:cxnSp>
        <p:nvCxnSpPr>
          <p:cNvPr id="135" name="직선 연결선 134"/>
          <p:cNvCxnSpPr/>
          <p:nvPr/>
        </p:nvCxnSpPr>
        <p:spPr>
          <a:xfrm>
            <a:off x="7526512" y="3471051"/>
            <a:ext cx="12301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7715579" y="3227525"/>
            <a:ext cx="68961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GP[0:18]</a:t>
            </a:r>
            <a:endParaRPr lang="ko-KR" altLang="en-US" sz="1050" dirty="0"/>
          </a:p>
        </p:txBody>
      </p:sp>
      <p:cxnSp>
        <p:nvCxnSpPr>
          <p:cNvPr id="137" name="직선 연결선 136"/>
          <p:cNvCxnSpPr/>
          <p:nvPr/>
        </p:nvCxnSpPr>
        <p:spPr>
          <a:xfrm>
            <a:off x="7521017" y="3699514"/>
            <a:ext cx="12301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7710087" y="3455988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SDRDES[0:3]</a:t>
            </a:r>
            <a:endParaRPr lang="ko-KR" altLang="en-US" sz="1050" dirty="0"/>
          </a:p>
        </p:txBody>
      </p:sp>
      <p:cxnSp>
        <p:nvCxnSpPr>
          <p:cNvPr id="139" name="직선 연결선 138"/>
          <p:cNvCxnSpPr/>
          <p:nvPr/>
        </p:nvCxnSpPr>
        <p:spPr>
          <a:xfrm>
            <a:off x="7875112" y="3927410"/>
            <a:ext cx="8760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7905112" y="3683883"/>
            <a:ext cx="76335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DEV_CLK]</a:t>
            </a:r>
            <a:endParaRPr lang="ko-KR" altLang="en-US" sz="1050" dirty="0"/>
          </a:p>
        </p:txBody>
      </p:sp>
      <p:sp>
        <p:nvSpPr>
          <p:cNvPr id="144" name="직사각형 143"/>
          <p:cNvSpPr/>
          <p:nvPr/>
        </p:nvSpPr>
        <p:spPr>
          <a:xfrm>
            <a:off x="8758971" y="4328406"/>
            <a:ext cx="1170146" cy="4340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60" dirty="0"/>
              <a:t>QSPI</a:t>
            </a:r>
            <a:endParaRPr lang="en-US" altLang="ko-KR" sz="1103" dirty="0"/>
          </a:p>
        </p:txBody>
      </p:sp>
      <p:cxnSp>
        <p:nvCxnSpPr>
          <p:cNvPr id="145" name="직선 연결선 144"/>
          <p:cNvCxnSpPr/>
          <p:nvPr/>
        </p:nvCxnSpPr>
        <p:spPr>
          <a:xfrm>
            <a:off x="7521017" y="4528308"/>
            <a:ext cx="12301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7710082" y="4284781"/>
            <a:ext cx="47641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QSPI</a:t>
            </a:r>
            <a:endParaRPr lang="ko-KR" altLang="en-US" sz="1050" dirty="0"/>
          </a:p>
        </p:txBody>
      </p:sp>
      <p:sp>
        <p:nvSpPr>
          <p:cNvPr id="147" name="직사각형 146"/>
          <p:cNvSpPr/>
          <p:nvPr/>
        </p:nvSpPr>
        <p:spPr>
          <a:xfrm>
            <a:off x="8746237" y="4823818"/>
            <a:ext cx="1170146" cy="4340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60" dirty="0"/>
              <a:t>PMIC x8</a:t>
            </a:r>
            <a:endParaRPr lang="en-US" altLang="ko-KR" sz="1103" dirty="0"/>
          </a:p>
        </p:txBody>
      </p:sp>
      <p:cxnSp>
        <p:nvCxnSpPr>
          <p:cNvPr id="148" name="직선 연결선 147"/>
          <p:cNvCxnSpPr/>
          <p:nvPr/>
        </p:nvCxnSpPr>
        <p:spPr>
          <a:xfrm>
            <a:off x="7508285" y="5023720"/>
            <a:ext cx="12301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7697350" y="4780193"/>
            <a:ext cx="9028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I2C0_PMBUS</a:t>
            </a:r>
            <a:endParaRPr lang="ko-KR" altLang="en-US" sz="1050" dirty="0"/>
          </a:p>
        </p:txBody>
      </p:sp>
      <p:sp>
        <p:nvSpPr>
          <p:cNvPr id="150" name="직사각형 149"/>
          <p:cNvSpPr/>
          <p:nvPr/>
        </p:nvSpPr>
        <p:spPr>
          <a:xfrm>
            <a:off x="8746232" y="2339333"/>
            <a:ext cx="1050078" cy="43406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60" dirty="0">
                <a:solidFill>
                  <a:srgbClr val="FFC000"/>
                </a:solidFill>
              </a:rPr>
              <a:t>122.88MHz</a:t>
            </a:r>
            <a:endParaRPr lang="en-US" altLang="ko-KR" sz="1155" dirty="0">
              <a:solidFill>
                <a:srgbClr val="FFC000"/>
              </a:solidFill>
            </a:endParaRPr>
          </a:p>
        </p:txBody>
      </p:sp>
      <p:cxnSp>
        <p:nvCxnSpPr>
          <p:cNvPr id="151" name="직선 연결선 150"/>
          <p:cNvCxnSpPr/>
          <p:nvPr/>
        </p:nvCxnSpPr>
        <p:spPr>
          <a:xfrm>
            <a:off x="7508285" y="2565238"/>
            <a:ext cx="123015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7697348" y="2321712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MGT_CLK</a:t>
            </a:r>
            <a:endParaRPr lang="ko-KR" altLang="en-US" sz="1050" dirty="0"/>
          </a:p>
        </p:txBody>
      </p:sp>
      <p:sp>
        <p:nvSpPr>
          <p:cNvPr id="153" name="직사각형 152"/>
          <p:cNvSpPr/>
          <p:nvPr/>
        </p:nvSpPr>
        <p:spPr>
          <a:xfrm>
            <a:off x="1498305" y="8172888"/>
            <a:ext cx="599359" cy="12237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70" dirty="0"/>
              <a:t>CLK</a:t>
            </a:r>
          </a:p>
          <a:p>
            <a:pPr algn="ctr"/>
            <a:r>
              <a:rPr lang="en-US" altLang="ko-KR" sz="1470" dirty="0"/>
              <a:t>GEN</a:t>
            </a:r>
          </a:p>
        </p:txBody>
      </p:sp>
      <p:cxnSp>
        <p:nvCxnSpPr>
          <p:cNvPr id="156" name="직선 연결선 155"/>
          <p:cNvCxnSpPr/>
          <p:nvPr/>
        </p:nvCxnSpPr>
        <p:spPr>
          <a:xfrm>
            <a:off x="2077214" y="8264526"/>
            <a:ext cx="120301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2256842" y="8005996"/>
            <a:ext cx="78739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FPGA_REF</a:t>
            </a:r>
            <a:endParaRPr lang="ko-KR" altLang="en-US" sz="1050" dirty="0"/>
          </a:p>
        </p:txBody>
      </p:sp>
      <p:cxnSp>
        <p:nvCxnSpPr>
          <p:cNvPr id="158" name="직선 연결선 157"/>
          <p:cNvCxnSpPr/>
          <p:nvPr/>
        </p:nvCxnSpPr>
        <p:spPr>
          <a:xfrm>
            <a:off x="2076819" y="8506577"/>
            <a:ext cx="120301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2256449" y="8248047"/>
            <a:ext cx="8322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FPGA_AUX</a:t>
            </a:r>
            <a:endParaRPr lang="ko-KR" altLang="en-US" sz="1050" dirty="0"/>
          </a:p>
        </p:txBody>
      </p:sp>
      <p:cxnSp>
        <p:nvCxnSpPr>
          <p:cNvPr id="160" name="직선 연결선 159"/>
          <p:cNvCxnSpPr/>
          <p:nvPr/>
        </p:nvCxnSpPr>
        <p:spPr>
          <a:xfrm>
            <a:off x="2076656" y="8764115"/>
            <a:ext cx="120301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2256286" y="8505585"/>
            <a:ext cx="10102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FPGA_SYSREF</a:t>
            </a:r>
            <a:endParaRPr lang="ko-KR" altLang="en-US" sz="1050" dirty="0"/>
          </a:p>
        </p:txBody>
      </p:sp>
      <p:cxnSp>
        <p:nvCxnSpPr>
          <p:cNvPr id="162" name="직선 연결선 161"/>
          <p:cNvCxnSpPr/>
          <p:nvPr/>
        </p:nvCxnSpPr>
        <p:spPr>
          <a:xfrm>
            <a:off x="2090673" y="9033554"/>
            <a:ext cx="120301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2270298" y="8775024"/>
            <a:ext cx="6254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SYSREF</a:t>
            </a:r>
            <a:endParaRPr lang="ko-KR" altLang="en-US" sz="1050" dirty="0"/>
          </a:p>
        </p:txBody>
      </p:sp>
      <p:cxnSp>
        <p:nvCxnSpPr>
          <p:cNvPr id="164" name="직선 연결선 163"/>
          <p:cNvCxnSpPr/>
          <p:nvPr/>
        </p:nvCxnSpPr>
        <p:spPr>
          <a:xfrm>
            <a:off x="2090673" y="9299656"/>
            <a:ext cx="120301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2270298" y="9041124"/>
            <a:ext cx="7216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DEV_CLK</a:t>
            </a:r>
            <a:endParaRPr lang="ko-KR" altLang="en-US" sz="1050" dirty="0"/>
          </a:p>
        </p:txBody>
      </p:sp>
      <p:cxnSp>
        <p:nvCxnSpPr>
          <p:cNvPr id="167" name="직선 연결선 166"/>
          <p:cNvCxnSpPr/>
          <p:nvPr/>
        </p:nvCxnSpPr>
        <p:spPr>
          <a:xfrm>
            <a:off x="5392897" y="4606912"/>
            <a:ext cx="94960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5370345" y="4347006"/>
            <a:ext cx="8322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FPGA_AUX</a:t>
            </a:r>
            <a:endParaRPr lang="ko-KR" altLang="en-US" sz="1050" dirty="0"/>
          </a:p>
        </p:txBody>
      </p:sp>
      <p:cxnSp>
        <p:nvCxnSpPr>
          <p:cNvPr id="169" name="직선 연결선 168"/>
          <p:cNvCxnSpPr/>
          <p:nvPr/>
        </p:nvCxnSpPr>
        <p:spPr>
          <a:xfrm>
            <a:off x="5392898" y="4864449"/>
            <a:ext cx="9494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5370177" y="4604544"/>
            <a:ext cx="78739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FPGA_REF</a:t>
            </a:r>
            <a:endParaRPr lang="ko-KR" altLang="en-US" sz="1050" dirty="0"/>
          </a:p>
        </p:txBody>
      </p:sp>
      <p:cxnSp>
        <p:nvCxnSpPr>
          <p:cNvPr id="174" name="직선 연결선 173"/>
          <p:cNvCxnSpPr/>
          <p:nvPr/>
        </p:nvCxnSpPr>
        <p:spPr>
          <a:xfrm>
            <a:off x="5392898" y="5270872"/>
            <a:ext cx="9494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5370181" y="5010966"/>
            <a:ext cx="10102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FPGA_SYSREF</a:t>
            </a:r>
            <a:endParaRPr lang="ko-KR" altLang="en-US" sz="1050" dirty="0"/>
          </a:p>
        </p:txBody>
      </p:sp>
      <p:cxnSp>
        <p:nvCxnSpPr>
          <p:cNvPr id="176" name="직선 연결선 175"/>
          <p:cNvCxnSpPr/>
          <p:nvPr/>
        </p:nvCxnSpPr>
        <p:spPr>
          <a:xfrm>
            <a:off x="7877834" y="4147165"/>
            <a:ext cx="87882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7945129" y="3917264"/>
            <a:ext cx="6254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SYSREF</a:t>
            </a:r>
            <a:endParaRPr lang="ko-KR" altLang="en-US" sz="1050" dirty="0"/>
          </a:p>
        </p:txBody>
      </p:sp>
      <p:cxnSp>
        <p:nvCxnSpPr>
          <p:cNvPr id="179" name="직선 연결선 178"/>
          <p:cNvCxnSpPr>
            <a:cxnSpLocks/>
          </p:cNvCxnSpPr>
          <p:nvPr/>
        </p:nvCxnSpPr>
        <p:spPr>
          <a:xfrm>
            <a:off x="7508285" y="6177081"/>
            <a:ext cx="3593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7697354" y="5933557"/>
            <a:ext cx="7569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SD_DATA</a:t>
            </a:r>
            <a:endParaRPr lang="ko-KR" altLang="en-US" sz="1050" dirty="0"/>
          </a:p>
        </p:txBody>
      </p:sp>
      <p:sp>
        <p:nvSpPr>
          <p:cNvPr id="182" name="직사각형 181"/>
          <p:cNvSpPr/>
          <p:nvPr/>
        </p:nvSpPr>
        <p:spPr>
          <a:xfrm>
            <a:off x="8743380" y="7927559"/>
            <a:ext cx="1170146" cy="58706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223" dirty="0"/>
              <a:t>FTDI</a:t>
            </a:r>
            <a:endParaRPr lang="ko-KR" altLang="en-US" sz="2223" dirty="0"/>
          </a:p>
        </p:txBody>
      </p:sp>
      <p:cxnSp>
        <p:nvCxnSpPr>
          <p:cNvPr id="183" name="직선 연결선 182"/>
          <p:cNvCxnSpPr/>
          <p:nvPr/>
        </p:nvCxnSpPr>
        <p:spPr>
          <a:xfrm>
            <a:off x="5046109" y="8409405"/>
            <a:ext cx="36822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7702295" y="8165875"/>
            <a:ext cx="5950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UART3</a:t>
            </a:r>
            <a:endParaRPr lang="ko-KR" altLang="en-US" sz="1050" dirty="0"/>
          </a:p>
        </p:txBody>
      </p:sp>
      <p:cxnSp>
        <p:nvCxnSpPr>
          <p:cNvPr id="185" name="직선 연결선 184"/>
          <p:cNvCxnSpPr/>
          <p:nvPr/>
        </p:nvCxnSpPr>
        <p:spPr>
          <a:xfrm>
            <a:off x="7508280" y="8075861"/>
            <a:ext cx="12346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7701886" y="7813281"/>
            <a:ext cx="5950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UART3</a:t>
            </a:r>
            <a:endParaRPr lang="ko-KR" altLang="en-US" sz="1050" dirty="0"/>
          </a:p>
        </p:txBody>
      </p:sp>
      <p:sp>
        <p:nvSpPr>
          <p:cNvPr id="189" name="직사각형 188"/>
          <p:cNvSpPr/>
          <p:nvPr/>
        </p:nvSpPr>
        <p:spPr>
          <a:xfrm>
            <a:off x="8746237" y="6383305"/>
            <a:ext cx="1170146" cy="4340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103" dirty="0" err="1"/>
              <a:t>eMMC</a:t>
            </a:r>
            <a:endParaRPr lang="en-US" altLang="ko-KR" sz="1103" dirty="0"/>
          </a:p>
        </p:txBody>
      </p:sp>
      <p:cxnSp>
        <p:nvCxnSpPr>
          <p:cNvPr id="190" name="직선 연결선 189"/>
          <p:cNvCxnSpPr/>
          <p:nvPr/>
        </p:nvCxnSpPr>
        <p:spPr>
          <a:xfrm>
            <a:off x="7508285" y="6583207"/>
            <a:ext cx="12301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7697354" y="6339680"/>
            <a:ext cx="9188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MMC_DATA</a:t>
            </a:r>
            <a:endParaRPr lang="ko-KR" altLang="en-US" sz="1050" dirty="0"/>
          </a:p>
        </p:txBody>
      </p:sp>
      <p:cxnSp>
        <p:nvCxnSpPr>
          <p:cNvPr id="198" name="직선 연결선 197"/>
          <p:cNvCxnSpPr/>
          <p:nvPr/>
        </p:nvCxnSpPr>
        <p:spPr>
          <a:xfrm>
            <a:off x="9912808" y="2968343"/>
            <a:ext cx="9091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9970397" y="2723141"/>
            <a:ext cx="7473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RX1(RX-H)</a:t>
            </a:r>
            <a:endParaRPr lang="ko-KR" altLang="en-US" sz="1050" dirty="0"/>
          </a:p>
        </p:txBody>
      </p:sp>
      <p:cxnSp>
        <p:nvCxnSpPr>
          <p:cNvPr id="201" name="직선 연결선 200"/>
          <p:cNvCxnSpPr/>
          <p:nvPr/>
        </p:nvCxnSpPr>
        <p:spPr>
          <a:xfrm>
            <a:off x="9912808" y="3256259"/>
            <a:ext cx="9091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9969948" y="3041062"/>
            <a:ext cx="7200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RX2(RX-L)</a:t>
            </a:r>
            <a:endParaRPr lang="ko-KR" altLang="en-US" sz="1050" dirty="0"/>
          </a:p>
        </p:txBody>
      </p:sp>
      <p:cxnSp>
        <p:nvCxnSpPr>
          <p:cNvPr id="203" name="직선 연결선 202"/>
          <p:cNvCxnSpPr/>
          <p:nvPr/>
        </p:nvCxnSpPr>
        <p:spPr>
          <a:xfrm>
            <a:off x="9912808" y="3550602"/>
            <a:ext cx="9091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10160448" y="3305399"/>
            <a:ext cx="4106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TX1</a:t>
            </a:r>
            <a:endParaRPr lang="ko-KR" altLang="en-US" sz="1050" dirty="0"/>
          </a:p>
        </p:txBody>
      </p:sp>
      <p:cxnSp>
        <p:nvCxnSpPr>
          <p:cNvPr id="205" name="직선 연결선 204"/>
          <p:cNvCxnSpPr/>
          <p:nvPr/>
        </p:nvCxnSpPr>
        <p:spPr>
          <a:xfrm>
            <a:off x="9912808" y="3843758"/>
            <a:ext cx="9091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205"/>
          <p:cNvSpPr txBox="1"/>
          <p:nvPr/>
        </p:nvSpPr>
        <p:spPr>
          <a:xfrm>
            <a:off x="10160448" y="3598555"/>
            <a:ext cx="4106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TX2</a:t>
            </a:r>
            <a:endParaRPr lang="ko-KR" altLang="en-US" sz="1050" dirty="0"/>
          </a:p>
        </p:txBody>
      </p:sp>
      <p:cxnSp>
        <p:nvCxnSpPr>
          <p:cNvPr id="208" name="직선 연결선 207"/>
          <p:cNvCxnSpPr/>
          <p:nvPr/>
        </p:nvCxnSpPr>
        <p:spPr>
          <a:xfrm>
            <a:off x="9908043" y="4145097"/>
            <a:ext cx="9091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/>
          <p:cNvSpPr txBox="1"/>
          <p:nvPr/>
        </p:nvSpPr>
        <p:spPr>
          <a:xfrm>
            <a:off x="9991853" y="3914897"/>
            <a:ext cx="7344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ORX(AUX)</a:t>
            </a:r>
            <a:endParaRPr lang="ko-KR" altLang="en-US" sz="1050" dirty="0"/>
          </a:p>
        </p:txBody>
      </p:sp>
      <p:sp>
        <p:nvSpPr>
          <p:cNvPr id="210" name="타원 209"/>
          <p:cNvSpPr/>
          <p:nvPr/>
        </p:nvSpPr>
        <p:spPr>
          <a:xfrm>
            <a:off x="10649381" y="2845687"/>
            <a:ext cx="609730" cy="24925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dirty="0"/>
              <a:t>CON2</a:t>
            </a:r>
            <a:endParaRPr lang="ko-KR" altLang="en-US" sz="800" dirty="0"/>
          </a:p>
        </p:txBody>
      </p:sp>
      <p:sp>
        <p:nvSpPr>
          <p:cNvPr id="211" name="타원 210"/>
          <p:cNvSpPr/>
          <p:nvPr/>
        </p:nvSpPr>
        <p:spPr>
          <a:xfrm>
            <a:off x="10657573" y="3130304"/>
            <a:ext cx="597616" cy="24928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700" dirty="0"/>
              <a:t>CON4</a:t>
            </a:r>
            <a:endParaRPr lang="ko-KR" altLang="en-US" sz="700" dirty="0"/>
          </a:p>
        </p:txBody>
      </p:sp>
      <p:sp>
        <p:nvSpPr>
          <p:cNvPr id="213" name="타원 212"/>
          <p:cNvSpPr/>
          <p:nvPr/>
        </p:nvSpPr>
        <p:spPr>
          <a:xfrm>
            <a:off x="10675619" y="3723063"/>
            <a:ext cx="604521" cy="249278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/>
              <a:t>U83</a:t>
            </a:r>
            <a:endParaRPr lang="ko-KR" altLang="en-US" sz="1000" dirty="0"/>
          </a:p>
        </p:txBody>
      </p:sp>
      <p:sp>
        <p:nvSpPr>
          <p:cNvPr id="214" name="타원 213"/>
          <p:cNvSpPr/>
          <p:nvPr/>
        </p:nvSpPr>
        <p:spPr>
          <a:xfrm>
            <a:off x="10672813" y="4022240"/>
            <a:ext cx="597616" cy="25391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700" dirty="0"/>
              <a:t>CON5</a:t>
            </a:r>
            <a:endParaRPr lang="ko-KR" altLang="en-US" sz="700" dirty="0"/>
          </a:p>
        </p:txBody>
      </p:sp>
      <p:sp>
        <p:nvSpPr>
          <p:cNvPr id="218" name="직사각형 217"/>
          <p:cNvSpPr/>
          <p:nvPr/>
        </p:nvSpPr>
        <p:spPr>
          <a:xfrm>
            <a:off x="10272688" y="7923081"/>
            <a:ext cx="483322" cy="59154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dirty="0"/>
              <a:t>USB</a:t>
            </a:r>
            <a:endParaRPr lang="en-US" altLang="ko-KR" sz="1050" dirty="0"/>
          </a:p>
        </p:txBody>
      </p:sp>
      <p:cxnSp>
        <p:nvCxnSpPr>
          <p:cNvPr id="219" name="직선 연결선 218"/>
          <p:cNvCxnSpPr/>
          <p:nvPr/>
        </p:nvCxnSpPr>
        <p:spPr>
          <a:xfrm>
            <a:off x="9927093" y="8215124"/>
            <a:ext cx="3455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직사각형 227"/>
          <p:cNvSpPr/>
          <p:nvPr/>
        </p:nvSpPr>
        <p:spPr>
          <a:xfrm>
            <a:off x="219625" y="8756211"/>
            <a:ext cx="877161" cy="43406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dirty="0">
                <a:solidFill>
                  <a:srgbClr val="FFC000"/>
                </a:solidFill>
              </a:rPr>
              <a:t>VCXO</a:t>
            </a:r>
          </a:p>
          <a:p>
            <a:pPr algn="ctr"/>
            <a:r>
              <a:rPr lang="en-US" altLang="ko-KR" sz="1050" dirty="0">
                <a:solidFill>
                  <a:srgbClr val="FFC000"/>
                </a:solidFill>
              </a:rPr>
              <a:t>122.88MHz</a:t>
            </a:r>
            <a:endParaRPr lang="en-US" altLang="ko-KR" sz="900" dirty="0">
              <a:solidFill>
                <a:srgbClr val="FFC000"/>
              </a:solidFill>
            </a:endParaRPr>
          </a:p>
        </p:txBody>
      </p:sp>
      <p:cxnSp>
        <p:nvCxnSpPr>
          <p:cNvPr id="229" name="직선 연결선 228"/>
          <p:cNvCxnSpPr/>
          <p:nvPr/>
        </p:nvCxnSpPr>
        <p:spPr>
          <a:xfrm>
            <a:off x="1096785" y="8978224"/>
            <a:ext cx="40152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직사각형 180"/>
          <p:cNvSpPr/>
          <p:nvPr/>
        </p:nvSpPr>
        <p:spPr>
          <a:xfrm>
            <a:off x="8824348" y="4896569"/>
            <a:ext cx="1170146" cy="4340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60" dirty="0"/>
              <a:t>PMIC x8</a:t>
            </a:r>
            <a:endParaRPr lang="en-US" altLang="ko-KR" sz="1103" dirty="0"/>
          </a:p>
        </p:txBody>
      </p:sp>
      <p:sp>
        <p:nvSpPr>
          <p:cNvPr id="187" name="직사각형 186"/>
          <p:cNvSpPr/>
          <p:nvPr/>
        </p:nvSpPr>
        <p:spPr>
          <a:xfrm>
            <a:off x="8885322" y="4984714"/>
            <a:ext cx="1170146" cy="4340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60" dirty="0"/>
              <a:t>PMIC x8</a:t>
            </a:r>
            <a:endParaRPr lang="en-US" altLang="ko-KR" sz="1103" dirty="0"/>
          </a:p>
        </p:txBody>
      </p:sp>
      <p:sp>
        <p:nvSpPr>
          <p:cNvPr id="188" name="직사각형 187"/>
          <p:cNvSpPr/>
          <p:nvPr/>
        </p:nvSpPr>
        <p:spPr>
          <a:xfrm>
            <a:off x="8958231" y="5071626"/>
            <a:ext cx="1170146" cy="4340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60" dirty="0"/>
              <a:t>PMIC x8</a:t>
            </a:r>
            <a:endParaRPr lang="en-US" altLang="ko-KR" sz="1103" dirty="0"/>
          </a:p>
        </p:txBody>
      </p:sp>
      <p:sp>
        <p:nvSpPr>
          <p:cNvPr id="45" name="직사각형 44"/>
          <p:cNvSpPr/>
          <p:nvPr/>
        </p:nvSpPr>
        <p:spPr>
          <a:xfrm>
            <a:off x="1501596" y="1320552"/>
            <a:ext cx="1170146" cy="230222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70" dirty="0"/>
              <a:t>M.2</a:t>
            </a:r>
          </a:p>
          <a:p>
            <a:pPr algn="ctr"/>
            <a:r>
              <a:rPr lang="en-US" altLang="ko-KR" sz="1470" dirty="0"/>
              <a:t>E key</a:t>
            </a:r>
            <a:endParaRPr lang="ko-KR" altLang="en-US" sz="147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E7ED323F-2D75-CAD1-CC5A-746D88A9EE47}"/>
              </a:ext>
            </a:extLst>
          </p:cNvPr>
          <p:cNvCxnSpPr/>
          <p:nvPr/>
        </p:nvCxnSpPr>
        <p:spPr>
          <a:xfrm>
            <a:off x="7512816" y="3235639"/>
            <a:ext cx="12301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C31AFCF-3E37-0163-D9AF-DA7D065E90F7}"/>
              </a:ext>
            </a:extLst>
          </p:cNvPr>
          <p:cNvSpPr txBox="1"/>
          <p:nvPr/>
        </p:nvSpPr>
        <p:spPr>
          <a:xfrm>
            <a:off x="7701881" y="2992112"/>
            <a:ext cx="4283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I2C1</a:t>
            </a:r>
            <a:endParaRPr lang="ko-KR" altLang="en-US" sz="105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220BF67-3C84-B088-CC30-50AAA8DCE670}"/>
              </a:ext>
            </a:extLst>
          </p:cNvPr>
          <p:cNvSpPr/>
          <p:nvPr/>
        </p:nvSpPr>
        <p:spPr>
          <a:xfrm>
            <a:off x="11101598" y="5487170"/>
            <a:ext cx="863744" cy="43406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dirty="0"/>
              <a:t>U115</a:t>
            </a: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C51E6439-DB32-749A-817C-87DCCAC09D83}"/>
              </a:ext>
            </a:extLst>
          </p:cNvPr>
          <p:cNvCxnSpPr>
            <a:cxnSpLocks/>
          </p:cNvCxnSpPr>
          <p:nvPr/>
        </p:nvCxnSpPr>
        <p:spPr>
          <a:xfrm>
            <a:off x="7473743" y="5699774"/>
            <a:ext cx="36278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6D153CB-C8D1-702C-F2FA-EEFA804F00E3}"/>
              </a:ext>
            </a:extLst>
          </p:cNvPr>
          <p:cNvSpPr txBox="1"/>
          <p:nvPr/>
        </p:nvSpPr>
        <p:spPr>
          <a:xfrm>
            <a:off x="7662811" y="5456250"/>
            <a:ext cx="10279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err="1"/>
              <a:t>RF_AMP_Ctrl</a:t>
            </a:r>
            <a:endParaRPr lang="ko-KR" altLang="en-US" sz="1050" dirty="0"/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C50BA873-72C7-D27D-EF1E-401ABE6B1922}"/>
              </a:ext>
            </a:extLst>
          </p:cNvPr>
          <p:cNvCxnSpPr>
            <a:cxnSpLocks/>
          </p:cNvCxnSpPr>
          <p:nvPr/>
        </p:nvCxnSpPr>
        <p:spPr>
          <a:xfrm>
            <a:off x="10248158" y="9195546"/>
            <a:ext cx="843385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BF3915B6-8588-AF47-2653-5FD0411318BA}"/>
              </a:ext>
            </a:extLst>
          </p:cNvPr>
          <p:cNvSpPr txBox="1"/>
          <p:nvPr/>
        </p:nvSpPr>
        <p:spPr>
          <a:xfrm>
            <a:off x="724352" y="4646133"/>
            <a:ext cx="6783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GPU_MX</a:t>
            </a:r>
            <a:endParaRPr lang="ko-KR" altLang="en-US" sz="105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47B615D-130C-BF7F-1E5E-A5147F55D6B6}"/>
              </a:ext>
            </a:extLst>
          </p:cNvPr>
          <p:cNvSpPr txBox="1"/>
          <p:nvPr/>
        </p:nvSpPr>
        <p:spPr>
          <a:xfrm>
            <a:off x="10248158" y="8949995"/>
            <a:ext cx="6783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GPU_MX</a:t>
            </a:r>
            <a:endParaRPr lang="ko-KR" altLang="en-US" sz="1050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D290C14-E1EA-187A-49C5-B18A6CFAFAC6}"/>
              </a:ext>
            </a:extLst>
          </p:cNvPr>
          <p:cNvSpPr/>
          <p:nvPr/>
        </p:nvSpPr>
        <p:spPr>
          <a:xfrm>
            <a:off x="11101598" y="5962854"/>
            <a:ext cx="863744" cy="43406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103" dirty="0"/>
              <a:t>SD Card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7EA32ED-5759-B899-91AC-FB77E7004B4B}"/>
              </a:ext>
            </a:extLst>
          </p:cNvPr>
          <p:cNvSpPr/>
          <p:nvPr/>
        </p:nvSpPr>
        <p:spPr>
          <a:xfrm>
            <a:off x="1487310" y="7357165"/>
            <a:ext cx="599359" cy="77040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dirty="0"/>
              <a:t>EFM8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1872BB0-E866-6544-C756-40978209046F}"/>
              </a:ext>
            </a:extLst>
          </p:cNvPr>
          <p:cNvCxnSpPr>
            <a:cxnSpLocks/>
          </p:cNvCxnSpPr>
          <p:nvPr/>
        </p:nvCxnSpPr>
        <p:spPr>
          <a:xfrm>
            <a:off x="2070237" y="7774329"/>
            <a:ext cx="17907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DC4EA-B05F-3EDA-02FD-9F7296CF21C6}"/>
              </a:ext>
            </a:extLst>
          </p:cNvPr>
          <p:cNvSpPr txBox="1"/>
          <p:nvPr/>
        </p:nvSpPr>
        <p:spPr>
          <a:xfrm>
            <a:off x="2262615" y="7541554"/>
            <a:ext cx="7088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err="1"/>
              <a:t>PWR_Ctrl</a:t>
            </a:r>
            <a:endParaRPr lang="ko-KR" altLang="en-US" sz="1050" dirty="0"/>
          </a:p>
        </p:txBody>
      </p:sp>
      <p:sp>
        <p:nvSpPr>
          <p:cNvPr id="59" name="화살표: 왼쪽/오른쪽 58">
            <a:extLst>
              <a:ext uri="{FF2B5EF4-FFF2-40B4-BE49-F238E27FC236}">
                <a16:creationId xmlns:a16="http://schemas.microsoft.com/office/drawing/2014/main" id="{51C0966B-6CBA-51DF-87EB-1F9142E6325B}"/>
              </a:ext>
            </a:extLst>
          </p:cNvPr>
          <p:cNvSpPr/>
          <p:nvPr/>
        </p:nvSpPr>
        <p:spPr>
          <a:xfrm>
            <a:off x="12089096" y="8215123"/>
            <a:ext cx="578224" cy="36318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화살표: 왼쪽/오른쪽 54">
            <a:extLst>
              <a:ext uri="{FF2B5EF4-FFF2-40B4-BE49-F238E27FC236}">
                <a16:creationId xmlns:a16="http://schemas.microsoft.com/office/drawing/2014/main" id="{6D73BC75-7DA1-C7A8-ECE8-0915419B277E}"/>
              </a:ext>
            </a:extLst>
          </p:cNvPr>
          <p:cNvSpPr/>
          <p:nvPr/>
        </p:nvSpPr>
        <p:spPr>
          <a:xfrm>
            <a:off x="12089096" y="5543514"/>
            <a:ext cx="578224" cy="36318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FBF626-C858-880D-6813-696CB969AA1B}"/>
              </a:ext>
            </a:extLst>
          </p:cNvPr>
          <p:cNvSpPr txBox="1"/>
          <p:nvPr/>
        </p:nvSpPr>
        <p:spPr>
          <a:xfrm>
            <a:off x="49525" y="43042"/>
            <a:ext cx="1280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Digital</a:t>
            </a:r>
            <a:endParaRPr lang="ko-KR" altLang="en-US" sz="3200" b="1" dirty="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65107A02-772B-3388-B746-B0D46DB54187}"/>
              </a:ext>
            </a:extLst>
          </p:cNvPr>
          <p:cNvSpPr/>
          <p:nvPr/>
        </p:nvSpPr>
        <p:spPr>
          <a:xfrm>
            <a:off x="10668228" y="3424566"/>
            <a:ext cx="597616" cy="24928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700" dirty="0"/>
              <a:t>CON3</a:t>
            </a:r>
            <a:endParaRPr lang="ko-KR" altLang="en-US" sz="700" dirty="0"/>
          </a:p>
        </p:txBody>
      </p:sp>
      <p:sp>
        <p:nvSpPr>
          <p:cNvPr id="87" name="화살표: 왼쪽/오른쪽 86">
            <a:extLst>
              <a:ext uri="{FF2B5EF4-FFF2-40B4-BE49-F238E27FC236}">
                <a16:creationId xmlns:a16="http://schemas.microsoft.com/office/drawing/2014/main" id="{D47C929F-B6B4-7533-7230-37477F7D856B}"/>
              </a:ext>
            </a:extLst>
          </p:cNvPr>
          <p:cNvSpPr/>
          <p:nvPr/>
        </p:nvSpPr>
        <p:spPr>
          <a:xfrm>
            <a:off x="11387118" y="2849711"/>
            <a:ext cx="578224" cy="20590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화살표: 왼쪽/오른쪽 93">
            <a:extLst>
              <a:ext uri="{FF2B5EF4-FFF2-40B4-BE49-F238E27FC236}">
                <a16:creationId xmlns:a16="http://schemas.microsoft.com/office/drawing/2014/main" id="{14DB1224-EF48-46D9-4886-473288652210}"/>
              </a:ext>
            </a:extLst>
          </p:cNvPr>
          <p:cNvSpPr/>
          <p:nvPr/>
        </p:nvSpPr>
        <p:spPr>
          <a:xfrm>
            <a:off x="11387118" y="3146891"/>
            <a:ext cx="578224" cy="20590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화살표: 왼쪽/오른쪽 94">
            <a:extLst>
              <a:ext uri="{FF2B5EF4-FFF2-40B4-BE49-F238E27FC236}">
                <a16:creationId xmlns:a16="http://schemas.microsoft.com/office/drawing/2014/main" id="{F5B6B141-DBC1-5A1A-4849-3D063CAC1327}"/>
              </a:ext>
            </a:extLst>
          </p:cNvPr>
          <p:cNvSpPr/>
          <p:nvPr/>
        </p:nvSpPr>
        <p:spPr>
          <a:xfrm>
            <a:off x="11387118" y="4046544"/>
            <a:ext cx="578224" cy="20590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FE3B9A1-BB4B-8C3C-C8E3-BFDC6BFF92F1}"/>
              </a:ext>
            </a:extLst>
          </p:cNvPr>
          <p:cNvSpPr txBox="1"/>
          <p:nvPr/>
        </p:nvSpPr>
        <p:spPr>
          <a:xfrm>
            <a:off x="31768" y="4767256"/>
            <a:ext cx="8133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제어보드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C45BF95C-ACFD-910C-EE7A-E2F36BF40885}"/>
              </a:ext>
            </a:extLst>
          </p:cNvPr>
          <p:cNvCxnSpPr>
            <a:cxnSpLocks/>
          </p:cNvCxnSpPr>
          <p:nvPr/>
        </p:nvCxnSpPr>
        <p:spPr>
          <a:xfrm flipH="1">
            <a:off x="658206" y="8464008"/>
            <a:ext cx="8602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B1B30AFF-58A7-3FB2-7082-7AB2D4098B92}"/>
              </a:ext>
            </a:extLst>
          </p:cNvPr>
          <p:cNvCxnSpPr>
            <a:cxnSpLocks/>
            <a:stCxn id="228" idx="0"/>
          </p:cNvCxnSpPr>
          <p:nvPr/>
        </p:nvCxnSpPr>
        <p:spPr>
          <a:xfrm flipV="1">
            <a:off x="658206" y="8467725"/>
            <a:ext cx="0" cy="2884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DBB6B1DC-F3CC-4772-FF5F-73B32B2ECDD2}"/>
              </a:ext>
            </a:extLst>
          </p:cNvPr>
          <p:cNvSpPr txBox="1"/>
          <p:nvPr/>
        </p:nvSpPr>
        <p:spPr>
          <a:xfrm>
            <a:off x="760580" y="8243894"/>
            <a:ext cx="319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err="1"/>
              <a:t>Vc</a:t>
            </a:r>
            <a:endParaRPr lang="ko-KR" altLang="en-US" sz="1050" dirty="0"/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3DBED4A2-31D2-0796-D84B-92B9890CEA86}"/>
              </a:ext>
            </a:extLst>
          </p:cNvPr>
          <p:cNvCxnSpPr>
            <a:cxnSpLocks/>
          </p:cNvCxnSpPr>
          <p:nvPr/>
        </p:nvCxnSpPr>
        <p:spPr>
          <a:xfrm>
            <a:off x="5031967" y="3282960"/>
            <a:ext cx="12819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F1125930-763A-4F31-00DC-E3CC60281B66}"/>
              </a:ext>
            </a:extLst>
          </p:cNvPr>
          <p:cNvSpPr txBox="1"/>
          <p:nvPr/>
        </p:nvSpPr>
        <p:spPr>
          <a:xfrm>
            <a:off x="5110930" y="3045442"/>
            <a:ext cx="5581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UART2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27336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64C2F-975D-415D-D3F5-43A964382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43A6E9B-3B13-5061-DB31-9DA2ECFB64A4}"/>
              </a:ext>
            </a:extLst>
          </p:cNvPr>
          <p:cNvSpPr/>
          <p:nvPr/>
        </p:nvSpPr>
        <p:spPr>
          <a:xfrm>
            <a:off x="6328076" y="786430"/>
            <a:ext cx="1185148" cy="742869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223" dirty="0" err="1"/>
              <a:t>Versal</a:t>
            </a:r>
            <a:endParaRPr lang="ko-KR" altLang="en-US" sz="2223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8E8FBE-D8D8-1F2D-B0B0-71BF632888C7}"/>
              </a:ext>
            </a:extLst>
          </p:cNvPr>
          <p:cNvSpPr txBox="1"/>
          <p:nvPr/>
        </p:nvSpPr>
        <p:spPr>
          <a:xfrm>
            <a:off x="49524" y="43042"/>
            <a:ext cx="3392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LO/RF path </a:t>
            </a:r>
            <a:r>
              <a:rPr lang="ko-KR" altLang="en-US" sz="3200" b="1" dirty="0"/>
              <a:t>제어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A51D813-377D-2489-19D7-B5C2EACAB219}"/>
              </a:ext>
            </a:extLst>
          </p:cNvPr>
          <p:cNvSpPr/>
          <p:nvPr/>
        </p:nvSpPr>
        <p:spPr>
          <a:xfrm>
            <a:off x="2632376" y="786429"/>
            <a:ext cx="1185148" cy="742869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223" dirty="0"/>
              <a:t>FEU</a:t>
            </a:r>
            <a:endParaRPr lang="ko-KR" altLang="en-US" sz="2223" dirty="0"/>
          </a:p>
        </p:txBody>
      </p: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D1F21FBB-7103-C920-4F94-FBFC8B407241}"/>
              </a:ext>
            </a:extLst>
          </p:cNvPr>
          <p:cNvCxnSpPr/>
          <p:nvPr/>
        </p:nvCxnSpPr>
        <p:spPr>
          <a:xfrm flipH="1">
            <a:off x="3817524" y="2184400"/>
            <a:ext cx="2510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613818EB-70AE-A560-70AA-53EE6A388748}"/>
              </a:ext>
            </a:extLst>
          </p:cNvPr>
          <p:cNvCxnSpPr/>
          <p:nvPr/>
        </p:nvCxnSpPr>
        <p:spPr>
          <a:xfrm flipH="1">
            <a:off x="3817524" y="2654300"/>
            <a:ext cx="2510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80DE4FD1-4B2A-E0BB-FDA9-D8014C136C5B}"/>
              </a:ext>
            </a:extLst>
          </p:cNvPr>
          <p:cNvCxnSpPr/>
          <p:nvPr/>
        </p:nvCxnSpPr>
        <p:spPr>
          <a:xfrm flipH="1">
            <a:off x="3817524" y="3162300"/>
            <a:ext cx="2510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43C9CDE3-F997-7400-C151-91AC4E9D2961}"/>
              </a:ext>
            </a:extLst>
          </p:cNvPr>
          <p:cNvCxnSpPr/>
          <p:nvPr/>
        </p:nvCxnSpPr>
        <p:spPr>
          <a:xfrm flipH="1">
            <a:off x="3817524" y="3733800"/>
            <a:ext cx="2510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F5F65044-5C3B-89B4-7E8C-1507E1084A3C}"/>
              </a:ext>
            </a:extLst>
          </p:cNvPr>
          <p:cNvCxnSpPr/>
          <p:nvPr/>
        </p:nvCxnSpPr>
        <p:spPr>
          <a:xfrm flipH="1">
            <a:off x="3817524" y="4292600"/>
            <a:ext cx="2510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A42023AB-B009-9D27-C1EF-A0DF0DC499E1}"/>
              </a:ext>
            </a:extLst>
          </p:cNvPr>
          <p:cNvSpPr txBox="1"/>
          <p:nvPr/>
        </p:nvSpPr>
        <p:spPr>
          <a:xfrm>
            <a:off x="4064077" y="1838524"/>
            <a:ext cx="1290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B400_AMP_EN</a:t>
            </a:r>
            <a:endParaRPr lang="ko-KR" altLang="en-US" sz="14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352DDEF-D97E-784B-3DEF-7EC52E399229}"/>
              </a:ext>
            </a:extLst>
          </p:cNvPr>
          <p:cNvSpPr txBox="1"/>
          <p:nvPr/>
        </p:nvSpPr>
        <p:spPr>
          <a:xfrm>
            <a:off x="4064077" y="2316262"/>
            <a:ext cx="1290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B900_AMP_EN</a:t>
            </a:r>
            <a:endParaRPr lang="ko-KR" altLang="en-US" sz="14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AF4FB26D-DA26-35F9-0276-A1C8805FA641}"/>
              </a:ext>
            </a:extLst>
          </p:cNvPr>
          <p:cNvSpPr txBox="1"/>
          <p:nvPr/>
        </p:nvSpPr>
        <p:spPr>
          <a:xfrm>
            <a:off x="4064077" y="2824261"/>
            <a:ext cx="1382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B2400_AMP_EN</a:t>
            </a:r>
            <a:endParaRPr lang="ko-KR" altLang="en-US" sz="140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181332FE-1D57-3547-6CCE-2588B5CA5EFC}"/>
              </a:ext>
            </a:extLst>
          </p:cNvPr>
          <p:cNvSpPr txBox="1"/>
          <p:nvPr/>
        </p:nvSpPr>
        <p:spPr>
          <a:xfrm>
            <a:off x="4064077" y="3395760"/>
            <a:ext cx="1382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B5200_AMP_EN</a:t>
            </a:r>
            <a:endParaRPr lang="ko-KR" altLang="en-US" sz="1400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4199280-7458-8670-946E-E837E8C85706}"/>
              </a:ext>
            </a:extLst>
          </p:cNvPr>
          <p:cNvSpPr txBox="1"/>
          <p:nvPr/>
        </p:nvSpPr>
        <p:spPr>
          <a:xfrm>
            <a:off x="4064077" y="3967259"/>
            <a:ext cx="1382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B5800_AMP_EN</a:t>
            </a:r>
            <a:endParaRPr lang="ko-KR" altLang="en-US" sz="1400" dirty="0"/>
          </a:p>
        </p:txBody>
      </p: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3C80B3A9-8F27-6A3A-9ABF-AD9DFB543994}"/>
              </a:ext>
            </a:extLst>
          </p:cNvPr>
          <p:cNvCxnSpPr/>
          <p:nvPr/>
        </p:nvCxnSpPr>
        <p:spPr>
          <a:xfrm flipH="1">
            <a:off x="3812939" y="5000824"/>
            <a:ext cx="2510552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9610E775-F7F1-128A-C275-5EDBD74641A9}"/>
              </a:ext>
            </a:extLst>
          </p:cNvPr>
          <p:cNvCxnSpPr/>
          <p:nvPr/>
        </p:nvCxnSpPr>
        <p:spPr>
          <a:xfrm flipH="1">
            <a:off x="3812939" y="5491262"/>
            <a:ext cx="2510552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34A98E3F-E5B5-36C3-C565-7E7CB1F38395}"/>
              </a:ext>
            </a:extLst>
          </p:cNvPr>
          <p:cNvCxnSpPr/>
          <p:nvPr/>
        </p:nvCxnSpPr>
        <p:spPr>
          <a:xfrm flipH="1">
            <a:off x="3812939" y="6050061"/>
            <a:ext cx="2510552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화살표 연결선 195">
            <a:extLst>
              <a:ext uri="{FF2B5EF4-FFF2-40B4-BE49-F238E27FC236}">
                <a16:creationId xmlns:a16="http://schemas.microsoft.com/office/drawing/2014/main" id="{3E2292A8-A9BB-B6E5-19FD-24D30337BE07}"/>
              </a:ext>
            </a:extLst>
          </p:cNvPr>
          <p:cNvCxnSpPr/>
          <p:nvPr/>
        </p:nvCxnSpPr>
        <p:spPr>
          <a:xfrm flipH="1">
            <a:off x="3812939" y="6616700"/>
            <a:ext cx="2510552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8BB695DC-C3AE-4CC1-AF1F-E4646D253E01}"/>
              </a:ext>
            </a:extLst>
          </p:cNvPr>
          <p:cNvCxnSpPr/>
          <p:nvPr/>
        </p:nvCxnSpPr>
        <p:spPr>
          <a:xfrm flipH="1">
            <a:off x="3812939" y="7099300"/>
            <a:ext cx="2510552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00FAC269-227F-54F9-71AC-2FFFCDBD894A}"/>
              </a:ext>
            </a:extLst>
          </p:cNvPr>
          <p:cNvSpPr txBox="1"/>
          <p:nvPr/>
        </p:nvSpPr>
        <p:spPr>
          <a:xfrm>
            <a:off x="4064077" y="4693047"/>
            <a:ext cx="1383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B400_AMP_FAIL</a:t>
            </a:r>
            <a:endParaRPr lang="ko-KR" altLang="en-US" sz="14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1D0D5A2D-10B3-F4F8-B75F-20E9F5CB22DF}"/>
              </a:ext>
            </a:extLst>
          </p:cNvPr>
          <p:cNvSpPr txBox="1"/>
          <p:nvPr/>
        </p:nvSpPr>
        <p:spPr>
          <a:xfrm>
            <a:off x="4064077" y="5170785"/>
            <a:ext cx="1423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B900_AMP_ FAIL</a:t>
            </a:r>
            <a:endParaRPr lang="ko-KR" altLang="en-US" sz="14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8C93CE7A-4ACC-DC62-8187-397593326B13}"/>
              </a:ext>
            </a:extLst>
          </p:cNvPr>
          <p:cNvSpPr txBox="1"/>
          <p:nvPr/>
        </p:nvSpPr>
        <p:spPr>
          <a:xfrm>
            <a:off x="4064077" y="5678784"/>
            <a:ext cx="15147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B2400_AMP_ FAIL</a:t>
            </a:r>
            <a:endParaRPr lang="ko-KR" altLang="en-US" sz="140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F0D7D78-8A77-9BF2-3FC3-4AB3FC6111E7}"/>
              </a:ext>
            </a:extLst>
          </p:cNvPr>
          <p:cNvSpPr txBox="1"/>
          <p:nvPr/>
        </p:nvSpPr>
        <p:spPr>
          <a:xfrm>
            <a:off x="4064077" y="6250283"/>
            <a:ext cx="15147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B5200_AMP_ FAIL</a:t>
            </a:r>
            <a:endParaRPr lang="ko-KR" altLang="en-US" sz="1400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3368BEA-A411-2DE6-47DD-F54CA9A23517}"/>
              </a:ext>
            </a:extLst>
          </p:cNvPr>
          <p:cNvSpPr txBox="1"/>
          <p:nvPr/>
        </p:nvSpPr>
        <p:spPr>
          <a:xfrm>
            <a:off x="4064077" y="6821782"/>
            <a:ext cx="15147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B5800_AMP_ FAIL</a:t>
            </a:r>
            <a:endParaRPr lang="ko-KR" altLang="en-US" sz="1400" dirty="0"/>
          </a:p>
        </p:txBody>
      </p:sp>
      <p:pic>
        <p:nvPicPr>
          <p:cNvPr id="220" name="그림 219">
            <a:extLst>
              <a:ext uri="{FF2B5EF4-FFF2-40B4-BE49-F238E27FC236}">
                <a16:creationId xmlns:a16="http://schemas.microsoft.com/office/drawing/2014/main" id="{CF58CAB9-768E-5C7E-C46B-307704486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365" y="1838524"/>
            <a:ext cx="5628094" cy="1174671"/>
          </a:xfrm>
          <a:prstGeom prst="rect">
            <a:avLst/>
          </a:prstGeom>
        </p:spPr>
      </p:pic>
      <p:pic>
        <p:nvPicPr>
          <p:cNvPr id="222" name="그림 221">
            <a:extLst>
              <a:ext uri="{FF2B5EF4-FFF2-40B4-BE49-F238E27FC236}">
                <a16:creationId xmlns:a16="http://schemas.microsoft.com/office/drawing/2014/main" id="{3AA1BC2B-9070-83F3-09FB-3B3D5E7BF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226" y="5457875"/>
            <a:ext cx="5463032" cy="115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657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65F23-5B0E-05AC-BE95-5AF280E99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>
            <a:extLst>
              <a:ext uri="{FF2B5EF4-FFF2-40B4-BE49-F238E27FC236}">
                <a16:creationId xmlns:a16="http://schemas.microsoft.com/office/drawing/2014/main" id="{EF5B2B3D-EB4C-698E-03E0-69A942BE9E06}"/>
              </a:ext>
            </a:extLst>
          </p:cNvPr>
          <p:cNvSpPr txBox="1"/>
          <p:nvPr/>
        </p:nvSpPr>
        <p:spPr>
          <a:xfrm>
            <a:off x="49525" y="43042"/>
            <a:ext cx="1280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RF</a:t>
            </a:r>
            <a:endParaRPr lang="ko-KR" altLang="en-US" sz="3200" b="1" dirty="0"/>
          </a:p>
        </p:txBody>
      </p:sp>
      <p:pic>
        <p:nvPicPr>
          <p:cNvPr id="22" name="Picture 1">
            <a:extLst>
              <a:ext uri="{FF2B5EF4-FFF2-40B4-BE49-F238E27FC236}">
                <a16:creationId xmlns:a16="http://schemas.microsoft.com/office/drawing/2014/main" id="{5A8908D2-5C05-6FFF-36E8-AEA78A52D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61" y="2008371"/>
            <a:ext cx="11084946" cy="468975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8936ADF-D37F-6908-9AD9-4CCCA66CF69D}"/>
              </a:ext>
            </a:extLst>
          </p:cNvPr>
          <p:cNvSpPr txBox="1"/>
          <p:nvPr/>
        </p:nvSpPr>
        <p:spPr>
          <a:xfrm>
            <a:off x="11683728" y="2786147"/>
            <a:ext cx="4901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RX2</a:t>
            </a:r>
            <a:endParaRPr lang="ko-KR" altLang="en-US" sz="1050" dirty="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D99CBEB-5EDD-3357-F7CB-78735504A11F}"/>
              </a:ext>
            </a:extLst>
          </p:cNvPr>
          <p:cNvCxnSpPr>
            <a:cxnSpLocks/>
          </p:cNvCxnSpPr>
          <p:nvPr/>
        </p:nvCxnSpPr>
        <p:spPr>
          <a:xfrm>
            <a:off x="11464497" y="3044843"/>
            <a:ext cx="884364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4D9C1F9-D541-4E36-4751-DFD0D6C84444}"/>
              </a:ext>
            </a:extLst>
          </p:cNvPr>
          <p:cNvSpPr txBox="1"/>
          <p:nvPr/>
        </p:nvSpPr>
        <p:spPr>
          <a:xfrm>
            <a:off x="11709901" y="3987091"/>
            <a:ext cx="4640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RX1</a:t>
            </a:r>
            <a:endParaRPr lang="ko-KR" altLang="en-US" sz="1050" dirty="0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730BA000-7241-D10A-4BBD-B9C5B6B0601F}"/>
              </a:ext>
            </a:extLst>
          </p:cNvPr>
          <p:cNvCxnSpPr>
            <a:cxnSpLocks/>
          </p:cNvCxnSpPr>
          <p:nvPr/>
        </p:nvCxnSpPr>
        <p:spPr>
          <a:xfrm>
            <a:off x="11486939" y="4245787"/>
            <a:ext cx="884364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9F42CA6-FB75-D268-53D8-6FF7F54A2224}"/>
              </a:ext>
            </a:extLst>
          </p:cNvPr>
          <p:cNvSpPr txBox="1"/>
          <p:nvPr/>
        </p:nvSpPr>
        <p:spPr>
          <a:xfrm>
            <a:off x="11685598" y="5192816"/>
            <a:ext cx="48831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ORX</a:t>
            </a:r>
            <a:endParaRPr lang="ko-KR" altLang="en-US" sz="1050" dirty="0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8FB7C6D-111C-84C8-28F3-8E9E6BECCF7B}"/>
              </a:ext>
            </a:extLst>
          </p:cNvPr>
          <p:cNvCxnSpPr>
            <a:cxnSpLocks/>
          </p:cNvCxnSpPr>
          <p:nvPr/>
        </p:nvCxnSpPr>
        <p:spPr>
          <a:xfrm>
            <a:off x="11466101" y="5451512"/>
            <a:ext cx="884364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463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2F78E-2855-3214-FE0F-ECDD469E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3A5DDB02-94B9-7635-A448-12AA27E3CE9E}"/>
              </a:ext>
            </a:extLst>
          </p:cNvPr>
          <p:cNvSpPr/>
          <p:nvPr/>
        </p:nvSpPr>
        <p:spPr>
          <a:xfrm>
            <a:off x="3747673" y="2346511"/>
            <a:ext cx="4854388" cy="490817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223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761C169-D83C-AA62-B346-6529066E1358}"/>
              </a:ext>
            </a:extLst>
          </p:cNvPr>
          <p:cNvSpPr txBox="1"/>
          <p:nvPr/>
        </p:nvSpPr>
        <p:spPr>
          <a:xfrm>
            <a:off x="49525" y="43042"/>
            <a:ext cx="1280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RF</a:t>
            </a:r>
            <a:endParaRPr lang="ko-KR" altLang="en-US" sz="32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1A205B7-0C00-470E-4622-9F490A7EB301}"/>
              </a:ext>
            </a:extLst>
          </p:cNvPr>
          <p:cNvSpPr/>
          <p:nvPr/>
        </p:nvSpPr>
        <p:spPr>
          <a:xfrm>
            <a:off x="7324585" y="2561665"/>
            <a:ext cx="1277471" cy="376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B400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6C9699-A27B-1B67-A075-521E1A52C00D}"/>
              </a:ext>
            </a:extLst>
          </p:cNvPr>
          <p:cNvSpPr/>
          <p:nvPr/>
        </p:nvSpPr>
        <p:spPr>
          <a:xfrm>
            <a:off x="7324585" y="3032312"/>
            <a:ext cx="1277471" cy="376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B900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6F9C72-F69D-0B0C-DBAD-74341C4CC2FC}"/>
              </a:ext>
            </a:extLst>
          </p:cNvPr>
          <p:cNvSpPr/>
          <p:nvPr/>
        </p:nvSpPr>
        <p:spPr>
          <a:xfrm>
            <a:off x="7324584" y="3502959"/>
            <a:ext cx="1277471" cy="376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B2400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998205-721D-240F-28C8-0156F587E09F}"/>
              </a:ext>
            </a:extLst>
          </p:cNvPr>
          <p:cNvSpPr/>
          <p:nvPr/>
        </p:nvSpPr>
        <p:spPr>
          <a:xfrm>
            <a:off x="7324584" y="3973606"/>
            <a:ext cx="1277471" cy="376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B5200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DC0952-CAB1-8100-B30B-57C49D949C72}"/>
              </a:ext>
            </a:extLst>
          </p:cNvPr>
          <p:cNvSpPr/>
          <p:nvPr/>
        </p:nvSpPr>
        <p:spPr>
          <a:xfrm>
            <a:off x="7324584" y="4444253"/>
            <a:ext cx="1277471" cy="376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B5800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7D1AB0-DF02-6BE6-FB03-D2B4AD7E8DF7}"/>
              </a:ext>
            </a:extLst>
          </p:cNvPr>
          <p:cNvSpPr/>
          <p:nvPr/>
        </p:nvSpPr>
        <p:spPr>
          <a:xfrm>
            <a:off x="3747675" y="3038139"/>
            <a:ext cx="1277471" cy="376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RX-L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31A1D15-D2A8-131F-2153-56599F516F4D}"/>
              </a:ext>
            </a:extLst>
          </p:cNvPr>
          <p:cNvSpPr/>
          <p:nvPr/>
        </p:nvSpPr>
        <p:spPr>
          <a:xfrm>
            <a:off x="3747673" y="3973606"/>
            <a:ext cx="1277471" cy="376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RX-H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118056A-B88B-A2B3-D249-D30F88A6A5C2}"/>
              </a:ext>
            </a:extLst>
          </p:cNvPr>
          <p:cNvCxnSpPr>
            <a:endCxn id="2" idx="1"/>
          </p:cNvCxnSpPr>
          <p:nvPr/>
        </p:nvCxnSpPr>
        <p:spPr>
          <a:xfrm>
            <a:off x="6168145" y="2749924"/>
            <a:ext cx="11564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E80F83F-0041-6120-42A7-81AB97059C81}"/>
              </a:ext>
            </a:extLst>
          </p:cNvPr>
          <p:cNvCxnSpPr/>
          <p:nvPr/>
        </p:nvCxnSpPr>
        <p:spPr>
          <a:xfrm>
            <a:off x="6168145" y="3220571"/>
            <a:ext cx="11564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4F8F5A9-17F2-FDCB-F700-71C54CB6B7DE}"/>
              </a:ext>
            </a:extLst>
          </p:cNvPr>
          <p:cNvCxnSpPr>
            <a:cxnSpLocks/>
          </p:cNvCxnSpPr>
          <p:nvPr/>
        </p:nvCxnSpPr>
        <p:spPr>
          <a:xfrm>
            <a:off x="5710943" y="3691218"/>
            <a:ext cx="16136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78D1B2E-6836-D066-9B61-3FB5CBDACCBD}"/>
              </a:ext>
            </a:extLst>
          </p:cNvPr>
          <p:cNvCxnSpPr/>
          <p:nvPr/>
        </p:nvCxnSpPr>
        <p:spPr>
          <a:xfrm>
            <a:off x="6168145" y="4148418"/>
            <a:ext cx="11564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533CE32-69CA-75C8-D6AA-7161FC4B8FE3}"/>
              </a:ext>
            </a:extLst>
          </p:cNvPr>
          <p:cNvCxnSpPr>
            <a:cxnSpLocks/>
          </p:cNvCxnSpPr>
          <p:nvPr/>
        </p:nvCxnSpPr>
        <p:spPr>
          <a:xfrm>
            <a:off x="5710943" y="4632512"/>
            <a:ext cx="16136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42E2C02-97BC-AEF1-F917-9417FC447D20}"/>
              </a:ext>
            </a:extLst>
          </p:cNvPr>
          <p:cNvCxnSpPr>
            <a:cxnSpLocks/>
          </p:cNvCxnSpPr>
          <p:nvPr/>
        </p:nvCxnSpPr>
        <p:spPr>
          <a:xfrm>
            <a:off x="6168145" y="2749924"/>
            <a:ext cx="0" cy="941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61FD254-D773-04FE-19EE-4F0DA7423B6C}"/>
              </a:ext>
            </a:extLst>
          </p:cNvPr>
          <p:cNvCxnSpPr>
            <a:cxnSpLocks/>
          </p:cNvCxnSpPr>
          <p:nvPr/>
        </p:nvCxnSpPr>
        <p:spPr>
          <a:xfrm>
            <a:off x="6168145" y="4148418"/>
            <a:ext cx="0" cy="4840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2F93FD8-C7A5-55AE-45B3-3F039267FC89}"/>
              </a:ext>
            </a:extLst>
          </p:cNvPr>
          <p:cNvCxnSpPr/>
          <p:nvPr/>
        </p:nvCxnSpPr>
        <p:spPr>
          <a:xfrm>
            <a:off x="5025144" y="4148418"/>
            <a:ext cx="11564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07A8538-981A-2B1F-7A2D-DC417DA7C954}"/>
              </a:ext>
            </a:extLst>
          </p:cNvPr>
          <p:cNvCxnSpPr/>
          <p:nvPr/>
        </p:nvCxnSpPr>
        <p:spPr>
          <a:xfrm>
            <a:off x="5025144" y="3226398"/>
            <a:ext cx="11564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7C46291-338A-9D22-AE2B-CCCA67B3D152}"/>
              </a:ext>
            </a:extLst>
          </p:cNvPr>
          <p:cNvCxnSpPr>
            <a:cxnSpLocks/>
          </p:cNvCxnSpPr>
          <p:nvPr/>
        </p:nvCxnSpPr>
        <p:spPr>
          <a:xfrm>
            <a:off x="5025144" y="5837583"/>
            <a:ext cx="6858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9F569D0-A751-2665-9318-11E9741CA7CB}"/>
              </a:ext>
            </a:extLst>
          </p:cNvPr>
          <p:cNvCxnSpPr>
            <a:cxnSpLocks/>
          </p:cNvCxnSpPr>
          <p:nvPr/>
        </p:nvCxnSpPr>
        <p:spPr>
          <a:xfrm flipH="1">
            <a:off x="5710943" y="3691218"/>
            <a:ext cx="2" cy="2146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369EA47-689E-D25A-EC93-FF966C6BE15E}"/>
              </a:ext>
            </a:extLst>
          </p:cNvPr>
          <p:cNvSpPr/>
          <p:nvPr/>
        </p:nvSpPr>
        <p:spPr>
          <a:xfrm>
            <a:off x="3747673" y="4888795"/>
            <a:ext cx="1277471" cy="376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AUX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962A105-C077-E589-1106-12C140516B67}"/>
              </a:ext>
            </a:extLst>
          </p:cNvPr>
          <p:cNvSpPr/>
          <p:nvPr/>
        </p:nvSpPr>
        <p:spPr>
          <a:xfrm>
            <a:off x="3747673" y="6481424"/>
            <a:ext cx="1277471" cy="376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DSUB</a:t>
            </a:r>
            <a:endParaRPr lang="ko-KR" altLang="en-US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E6FE0D9-229E-6126-E0F9-81C3FD4AA6FD}"/>
              </a:ext>
            </a:extLst>
          </p:cNvPr>
          <p:cNvCxnSpPr>
            <a:cxnSpLocks/>
          </p:cNvCxnSpPr>
          <p:nvPr/>
        </p:nvCxnSpPr>
        <p:spPr>
          <a:xfrm>
            <a:off x="2144651" y="6661181"/>
            <a:ext cx="1589575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A070F60-8184-04FD-EDC6-21161867DB4D}"/>
              </a:ext>
            </a:extLst>
          </p:cNvPr>
          <p:cNvSpPr txBox="1"/>
          <p:nvPr/>
        </p:nvSpPr>
        <p:spPr>
          <a:xfrm>
            <a:off x="2192299" y="6407265"/>
            <a:ext cx="10279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err="1"/>
              <a:t>RF_AMP_Ctrl</a:t>
            </a:r>
            <a:endParaRPr lang="ko-KR" altLang="en-US" sz="105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75C8C68-6295-C04F-037D-2C3B3CE340A5}"/>
              </a:ext>
            </a:extLst>
          </p:cNvPr>
          <p:cNvSpPr txBox="1"/>
          <p:nvPr/>
        </p:nvSpPr>
        <p:spPr>
          <a:xfrm>
            <a:off x="2294244" y="3894502"/>
            <a:ext cx="4203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RX1</a:t>
            </a:r>
            <a:endParaRPr lang="ko-KR" altLang="en-US" sz="105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1FF3D98-1101-9A8A-3B6C-B08A9C6E84B2}"/>
              </a:ext>
            </a:extLst>
          </p:cNvPr>
          <p:cNvSpPr txBox="1"/>
          <p:nvPr/>
        </p:nvSpPr>
        <p:spPr>
          <a:xfrm>
            <a:off x="2294244" y="2995805"/>
            <a:ext cx="4203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RX2</a:t>
            </a:r>
            <a:endParaRPr lang="ko-KR" altLang="en-US" sz="1050" dirty="0"/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98278238-7110-CA0A-CCA8-3121251BB814}"/>
              </a:ext>
            </a:extLst>
          </p:cNvPr>
          <p:cNvCxnSpPr>
            <a:cxnSpLocks/>
          </p:cNvCxnSpPr>
          <p:nvPr/>
        </p:nvCxnSpPr>
        <p:spPr>
          <a:xfrm>
            <a:off x="2131204" y="3254501"/>
            <a:ext cx="1589575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D922ADFD-7395-03D7-D3C4-6F4B6BE672D7}"/>
              </a:ext>
            </a:extLst>
          </p:cNvPr>
          <p:cNvCxnSpPr>
            <a:cxnSpLocks/>
          </p:cNvCxnSpPr>
          <p:nvPr/>
        </p:nvCxnSpPr>
        <p:spPr>
          <a:xfrm>
            <a:off x="2158098" y="4134622"/>
            <a:ext cx="1589575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CFA8C5B-D254-5045-BDFE-F020C95681CF}"/>
              </a:ext>
            </a:extLst>
          </p:cNvPr>
          <p:cNvSpPr txBox="1"/>
          <p:nvPr/>
        </p:nvSpPr>
        <p:spPr>
          <a:xfrm>
            <a:off x="2267350" y="4835448"/>
            <a:ext cx="41870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ORX</a:t>
            </a:r>
            <a:endParaRPr lang="ko-KR" altLang="en-US" sz="1050" dirty="0"/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805D4487-7A5A-DA83-B439-D0670FAD08EB}"/>
              </a:ext>
            </a:extLst>
          </p:cNvPr>
          <p:cNvCxnSpPr>
            <a:cxnSpLocks/>
          </p:cNvCxnSpPr>
          <p:nvPr/>
        </p:nvCxnSpPr>
        <p:spPr>
          <a:xfrm>
            <a:off x="2146444" y="5075568"/>
            <a:ext cx="1589575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6FC4E3D1-8FCB-3DB2-3182-06AEA87A64C6}"/>
              </a:ext>
            </a:extLst>
          </p:cNvPr>
          <p:cNvSpPr/>
          <p:nvPr/>
        </p:nvSpPr>
        <p:spPr>
          <a:xfrm>
            <a:off x="3747673" y="5654929"/>
            <a:ext cx="1277471" cy="376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Wi-Fi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44DB7D-4F8C-863A-AE2F-F436D1377FFF}"/>
              </a:ext>
            </a:extLst>
          </p:cNvPr>
          <p:cNvSpPr txBox="1"/>
          <p:nvPr/>
        </p:nvSpPr>
        <p:spPr>
          <a:xfrm>
            <a:off x="2294244" y="5575825"/>
            <a:ext cx="11737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M.2 Wi-Fi Module</a:t>
            </a:r>
            <a:endParaRPr lang="ko-KR" altLang="en-US" sz="1050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D968970-386F-AEB1-BB4A-7D95ECA31399}"/>
              </a:ext>
            </a:extLst>
          </p:cNvPr>
          <p:cNvCxnSpPr>
            <a:cxnSpLocks/>
          </p:cNvCxnSpPr>
          <p:nvPr/>
        </p:nvCxnSpPr>
        <p:spPr>
          <a:xfrm>
            <a:off x="2158098" y="5815945"/>
            <a:ext cx="1589575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타원 39">
            <a:extLst>
              <a:ext uri="{FF2B5EF4-FFF2-40B4-BE49-F238E27FC236}">
                <a16:creationId xmlns:a16="http://schemas.microsoft.com/office/drawing/2014/main" id="{0BCD0154-E4E6-9A6A-C971-E98A1AE44127}"/>
              </a:ext>
            </a:extLst>
          </p:cNvPr>
          <p:cNvSpPr/>
          <p:nvPr/>
        </p:nvSpPr>
        <p:spPr>
          <a:xfrm>
            <a:off x="6133321" y="3201745"/>
            <a:ext cx="70229" cy="4727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D5F2FD10-A7B8-13B8-2765-0BB99271710F}"/>
              </a:ext>
            </a:extLst>
          </p:cNvPr>
          <p:cNvSpPr/>
          <p:nvPr/>
        </p:nvSpPr>
        <p:spPr>
          <a:xfrm>
            <a:off x="6134191" y="4124005"/>
            <a:ext cx="70229" cy="4727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B8BC410A-2691-5CDD-BA42-E0370D8E4985}"/>
              </a:ext>
            </a:extLst>
          </p:cNvPr>
          <p:cNvSpPr/>
          <p:nvPr/>
        </p:nvSpPr>
        <p:spPr>
          <a:xfrm>
            <a:off x="6135085" y="3666323"/>
            <a:ext cx="70229" cy="4727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476C8C0B-480B-6F54-F7CE-6CD92AD898CE}"/>
              </a:ext>
            </a:extLst>
          </p:cNvPr>
          <p:cNvSpPr/>
          <p:nvPr/>
        </p:nvSpPr>
        <p:spPr>
          <a:xfrm>
            <a:off x="5672445" y="4612988"/>
            <a:ext cx="70229" cy="4727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2E378F5E-4A27-945D-4081-2725700802F9}"/>
              </a:ext>
            </a:extLst>
          </p:cNvPr>
          <p:cNvSpPr/>
          <p:nvPr/>
        </p:nvSpPr>
        <p:spPr>
          <a:xfrm>
            <a:off x="6129645" y="4612988"/>
            <a:ext cx="70229" cy="4727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847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CC769-ADE3-15DF-5027-925F91CFC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>
            <a:extLst>
              <a:ext uri="{FF2B5EF4-FFF2-40B4-BE49-F238E27FC236}">
                <a16:creationId xmlns:a16="http://schemas.microsoft.com/office/drawing/2014/main" id="{01A68280-6555-3D1B-1C82-7CB9C4F34834}"/>
              </a:ext>
            </a:extLst>
          </p:cNvPr>
          <p:cNvSpPr txBox="1"/>
          <p:nvPr/>
        </p:nvSpPr>
        <p:spPr>
          <a:xfrm>
            <a:off x="49525" y="43042"/>
            <a:ext cx="2075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통신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7F7FD24-C61D-5D6B-F63E-18FB2259F299}"/>
              </a:ext>
            </a:extLst>
          </p:cNvPr>
          <p:cNvSpPr/>
          <p:nvPr/>
        </p:nvSpPr>
        <p:spPr>
          <a:xfrm>
            <a:off x="873418" y="2299233"/>
            <a:ext cx="1156447" cy="365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제어</a:t>
            </a:r>
            <a:endParaRPr lang="en-US" altLang="ko-KR" dirty="0"/>
          </a:p>
          <a:p>
            <a:pPr algn="ctr"/>
            <a:r>
              <a:rPr lang="ko-KR" altLang="en-US" dirty="0"/>
              <a:t>보드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8A7A62-E0C8-3EAA-2212-EA719FC414A9}"/>
              </a:ext>
            </a:extLst>
          </p:cNvPr>
          <p:cNvSpPr/>
          <p:nvPr/>
        </p:nvSpPr>
        <p:spPr>
          <a:xfrm>
            <a:off x="5875724" y="3896160"/>
            <a:ext cx="1156447" cy="2060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ORIN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CF5C73-7A61-4481-99C1-E28E07DDFAF1}"/>
              </a:ext>
            </a:extLst>
          </p:cNvPr>
          <p:cNvSpPr/>
          <p:nvPr/>
        </p:nvSpPr>
        <p:spPr>
          <a:xfrm>
            <a:off x="10878030" y="2299233"/>
            <a:ext cx="1156447" cy="365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Versal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FA012BD-51D2-2316-D93A-EA33D33F127E}"/>
              </a:ext>
            </a:extLst>
          </p:cNvPr>
          <p:cNvCxnSpPr>
            <a:cxnSpLocks/>
          </p:cNvCxnSpPr>
          <p:nvPr/>
        </p:nvCxnSpPr>
        <p:spPr>
          <a:xfrm>
            <a:off x="2029865" y="2748965"/>
            <a:ext cx="8848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5ECFA87-37D0-EEBA-6FDA-BA4D6B09D20A}"/>
              </a:ext>
            </a:extLst>
          </p:cNvPr>
          <p:cNvSpPr txBox="1"/>
          <p:nvPr/>
        </p:nvSpPr>
        <p:spPr>
          <a:xfrm>
            <a:off x="3401466" y="2424966"/>
            <a:ext cx="983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AMP_CTRL</a:t>
            </a:r>
            <a:endParaRPr lang="ko-KR" altLang="en-US" sz="14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AEC3B24-7BC3-509A-61BB-DA68A25C91CA}"/>
              </a:ext>
            </a:extLst>
          </p:cNvPr>
          <p:cNvCxnSpPr>
            <a:cxnSpLocks/>
          </p:cNvCxnSpPr>
          <p:nvPr/>
        </p:nvCxnSpPr>
        <p:spPr>
          <a:xfrm>
            <a:off x="2044019" y="5497427"/>
            <a:ext cx="384585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B0EF10C-3A2F-2A08-35A3-376CE5443F45}"/>
              </a:ext>
            </a:extLst>
          </p:cNvPr>
          <p:cNvSpPr txBox="1"/>
          <p:nvPr/>
        </p:nvSpPr>
        <p:spPr>
          <a:xfrm>
            <a:off x="3415620" y="5173428"/>
            <a:ext cx="1136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Ethernet(1G)</a:t>
            </a:r>
            <a:endParaRPr lang="ko-KR" altLang="en-US" sz="1400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5BBB3E-1F76-D4C5-20F2-FF8774541598}"/>
              </a:ext>
            </a:extLst>
          </p:cNvPr>
          <p:cNvCxnSpPr>
            <a:cxnSpLocks/>
          </p:cNvCxnSpPr>
          <p:nvPr/>
        </p:nvCxnSpPr>
        <p:spPr>
          <a:xfrm>
            <a:off x="7032171" y="4441437"/>
            <a:ext cx="384585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425B388-AA26-D947-853C-BEAFE8F270FF}"/>
              </a:ext>
            </a:extLst>
          </p:cNvPr>
          <p:cNvSpPr txBox="1"/>
          <p:nvPr/>
        </p:nvSpPr>
        <p:spPr>
          <a:xfrm>
            <a:off x="8588543" y="4101216"/>
            <a:ext cx="508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PCIe</a:t>
            </a:r>
            <a:endParaRPr lang="ko-KR" altLang="en-US" sz="1400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0DABA0E-917C-AF3D-A524-AB876A6904CD}"/>
              </a:ext>
            </a:extLst>
          </p:cNvPr>
          <p:cNvCxnSpPr>
            <a:cxnSpLocks/>
          </p:cNvCxnSpPr>
          <p:nvPr/>
        </p:nvCxnSpPr>
        <p:spPr>
          <a:xfrm>
            <a:off x="7032171" y="5501117"/>
            <a:ext cx="384585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38A0F70-3421-0723-2DB6-1560B5945F74}"/>
              </a:ext>
            </a:extLst>
          </p:cNvPr>
          <p:cNvSpPr txBox="1"/>
          <p:nvPr/>
        </p:nvSpPr>
        <p:spPr>
          <a:xfrm>
            <a:off x="7018777" y="5167186"/>
            <a:ext cx="1228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Ethernet(10G)</a:t>
            </a:r>
            <a:endParaRPr lang="ko-KR" altLang="en-US" sz="1400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AB354F-29EE-5374-DE2C-04D3D767514B}"/>
              </a:ext>
            </a:extLst>
          </p:cNvPr>
          <p:cNvCxnSpPr>
            <a:cxnSpLocks/>
          </p:cNvCxnSpPr>
          <p:nvPr/>
        </p:nvCxnSpPr>
        <p:spPr>
          <a:xfrm>
            <a:off x="2062549" y="3251049"/>
            <a:ext cx="88481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6A4FD87-0934-A9A9-F7BE-A9C1CE9DAA04}"/>
              </a:ext>
            </a:extLst>
          </p:cNvPr>
          <p:cNvSpPr txBox="1"/>
          <p:nvPr/>
        </p:nvSpPr>
        <p:spPr>
          <a:xfrm>
            <a:off x="3390608" y="2927050"/>
            <a:ext cx="1118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RS422_FPGA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784CD7-E6E2-E04E-0AD1-9D11E83902FA}"/>
              </a:ext>
            </a:extLst>
          </p:cNvPr>
          <p:cNvSpPr txBox="1"/>
          <p:nvPr/>
        </p:nvSpPr>
        <p:spPr>
          <a:xfrm>
            <a:off x="3649547" y="5671736"/>
            <a:ext cx="5517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ICD</a:t>
            </a:r>
            <a:endParaRPr lang="ko-KR" altLang="en-US" sz="2000" b="1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E5F52CB-0E56-27C0-7B57-5E25D966AAE2}"/>
              </a:ext>
            </a:extLst>
          </p:cNvPr>
          <p:cNvCxnSpPr>
            <a:cxnSpLocks/>
          </p:cNvCxnSpPr>
          <p:nvPr/>
        </p:nvCxnSpPr>
        <p:spPr>
          <a:xfrm>
            <a:off x="2029865" y="4425215"/>
            <a:ext cx="384585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DC17DE-93AF-7345-D4DF-71BF4FAEDB03}"/>
              </a:ext>
            </a:extLst>
          </p:cNvPr>
          <p:cNvSpPr txBox="1"/>
          <p:nvPr/>
        </p:nvSpPr>
        <p:spPr>
          <a:xfrm>
            <a:off x="3401466" y="4101216"/>
            <a:ext cx="1047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RS422_GPU</a:t>
            </a:r>
            <a:endParaRPr lang="ko-KR" altLang="en-US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CC7C64-117F-F19F-D63A-770BDA00F18F}"/>
              </a:ext>
            </a:extLst>
          </p:cNvPr>
          <p:cNvSpPr txBox="1"/>
          <p:nvPr/>
        </p:nvSpPr>
        <p:spPr>
          <a:xfrm>
            <a:off x="6911612" y="177831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/>
              <a:t>탐지보드</a:t>
            </a:r>
            <a:endParaRPr lang="ko-KR" altLang="en-US" sz="2000" b="1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4013333-A659-6F7A-B6D8-CB66BD67422D}"/>
              </a:ext>
            </a:extLst>
          </p:cNvPr>
          <p:cNvSpPr/>
          <p:nvPr/>
        </p:nvSpPr>
        <p:spPr>
          <a:xfrm>
            <a:off x="3149600" y="5024528"/>
            <a:ext cx="1569677" cy="1145579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213F14C-84AA-66B3-E047-4FBC519532C2}"/>
              </a:ext>
            </a:extLst>
          </p:cNvPr>
          <p:cNvSpPr/>
          <p:nvPr/>
        </p:nvSpPr>
        <p:spPr>
          <a:xfrm>
            <a:off x="8188619" y="4000501"/>
            <a:ext cx="1463382" cy="2169606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553836A-324D-8A56-F131-BDC185657335}"/>
              </a:ext>
            </a:extLst>
          </p:cNvPr>
          <p:cNvSpPr/>
          <p:nvPr/>
        </p:nvSpPr>
        <p:spPr>
          <a:xfrm>
            <a:off x="2554941" y="2168898"/>
            <a:ext cx="9923930" cy="418125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30C59B-22E0-6633-5F07-6FAD3AEF33A4}"/>
              </a:ext>
            </a:extLst>
          </p:cNvPr>
          <p:cNvSpPr txBox="1"/>
          <p:nvPr/>
        </p:nvSpPr>
        <p:spPr>
          <a:xfrm>
            <a:off x="7945850" y="4548043"/>
            <a:ext cx="2018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내부 프로토콜</a:t>
            </a:r>
            <a:r>
              <a:rPr lang="en-US" altLang="ko-KR" sz="2000" b="1" dirty="0"/>
              <a:t>??</a:t>
            </a:r>
            <a:endParaRPr lang="ko-KR" altLang="en-US" sz="2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96FDB7-CA70-1B83-AC75-4A00B485B21B}"/>
              </a:ext>
            </a:extLst>
          </p:cNvPr>
          <p:cNvSpPr txBox="1"/>
          <p:nvPr/>
        </p:nvSpPr>
        <p:spPr>
          <a:xfrm>
            <a:off x="3197258" y="3569139"/>
            <a:ext cx="15737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현재 </a:t>
            </a:r>
            <a:r>
              <a:rPr lang="en-US" altLang="ko-KR" sz="1400" dirty="0">
                <a:solidFill>
                  <a:srgbClr val="FF0000"/>
                </a:solidFill>
              </a:rPr>
              <a:t>RS422</a:t>
            </a:r>
            <a:r>
              <a:rPr lang="ko-KR" altLang="en-US" sz="1400" dirty="0">
                <a:solidFill>
                  <a:srgbClr val="FF0000"/>
                </a:solidFill>
              </a:rPr>
              <a:t>미사용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2DAF29-9DB6-F24F-E343-9244925DE628}"/>
              </a:ext>
            </a:extLst>
          </p:cNvPr>
          <p:cNvSpPr txBox="1"/>
          <p:nvPr/>
        </p:nvSpPr>
        <p:spPr>
          <a:xfrm>
            <a:off x="7032171" y="6649310"/>
            <a:ext cx="56979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Amp </a:t>
            </a:r>
            <a:r>
              <a:rPr lang="ko-KR" altLang="en-US" sz="1600" dirty="0"/>
              <a:t>제어</a:t>
            </a:r>
            <a:r>
              <a:rPr lang="en-US" altLang="ko-KR" sz="1600" dirty="0"/>
              <a:t>(</a:t>
            </a:r>
            <a:r>
              <a:rPr lang="ko-KR" altLang="en-US" sz="1600" dirty="0"/>
              <a:t>제어보드</a:t>
            </a:r>
            <a:r>
              <a:rPr lang="en-US" altLang="ko-KR" sz="1600" dirty="0"/>
              <a:t>-&gt;Ethernet(1G)-&gt;ORIN-&gt;PCIe-&gt;FPGA logic)</a:t>
            </a:r>
          </a:p>
          <a:p>
            <a:pPr marL="823365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Read/write </a:t>
            </a:r>
            <a:r>
              <a:rPr lang="ko-KR" altLang="en-US" sz="1600" dirty="0"/>
              <a:t>확인 완료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디코딩 정보 전달</a:t>
            </a:r>
            <a:r>
              <a:rPr lang="en-US" altLang="ko-KR" sz="1600" dirty="0"/>
              <a:t>(10G </a:t>
            </a:r>
            <a:r>
              <a:rPr lang="ko-KR" altLang="en-US" sz="1600" dirty="0"/>
              <a:t>사용 필요</a:t>
            </a:r>
            <a:r>
              <a:rPr lang="en-US" altLang="ko-KR" sz="1600" dirty="0"/>
              <a:t>)</a:t>
            </a:r>
          </a:p>
          <a:p>
            <a:pPr marL="823365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어떤 정보를 전달할지 데이터 구조 정의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err="1"/>
              <a:t>드론</a:t>
            </a:r>
            <a:r>
              <a:rPr lang="ko-KR" altLang="en-US" sz="1600" dirty="0"/>
              <a:t> </a:t>
            </a:r>
            <a:r>
              <a:rPr lang="en-US" altLang="ko-KR" sz="1600" dirty="0"/>
              <a:t>IQ data </a:t>
            </a:r>
            <a:r>
              <a:rPr lang="ko-KR" altLang="en-US" sz="1600" dirty="0"/>
              <a:t>전달</a:t>
            </a:r>
            <a:r>
              <a:rPr lang="en-US" altLang="ko-KR" sz="1600" dirty="0"/>
              <a:t>(</a:t>
            </a:r>
            <a:r>
              <a:rPr lang="ko-KR" altLang="en-US" sz="1600" dirty="0"/>
              <a:t>현재 </a:t>
            </a:r>
            <a:r>
              <a:rPr lang="en-US" altLang="ko-KR" sz="1600" dirty="0"/>
              <a:t>Versal[20ms]-&gt;PCIe-&gt;ORIN)</a:t>
            </a:r>
          </a:p>
          <a:p>
            <a:pPr marL="823365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1G</a:t>
            </a:r>
            <a:r>
              <a:rPr lang="ko-KR" altLang="en-US" sz="1600" dirty="0"/>
              <a:t>로 </a:t>
            </a:r>
            <a:r>
              <a:rPr lang="en-US" altLang="ko-KR" sz="1600" dirty="0"/>
              <a:t>IQ data ORIN</a:t>
            </a:r>
            <a:r>
              <a:rPr lang="ko-KR" altLang="en-US" sz="1600" dirty="0"/>
              <a:t>으로 전송</a:t>
            </a:r>
            <a:endParaRPr lang="en-US" altLang="ko-KR" sz="1600" dirty="0"/>
          </a:p>
          <a:p>
            <a:pPr marL="823365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ORIN</a:t>
            </a:r>
            <a:r>
              <a:rPr lang="ko-KR" altLang="en-US" sz="1600" dirty="0"/>
              <a:t>에서 </a:t>
            </a:r>
            <a:r>
              <a:rPr lang="en-US" altLang="ko-KR" sz="1600" dirty="0"/>
              <a:t>spectrogram </a:t>
            </a:r>
            <a:r>
              <a:rPr lang="ko-KR" altLang="en-US" sz="1600" dirty="0"/>
              <a:t>변환</a:t>
            </a:r>
            <a:endParaRPr lang="en-US" altLang="ko-KR" sz="1600" dirty="0"/>
          </a:p>
          <a:p>
            <a:pPr marL="823365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변환 이미지 </a:t>
            </a:r>
            <a:r>
              <a:rPr lang="en-US" altLang="ko-KR" sz="1600" dirty="0"/>
              <a:t>AI </a:t>
            </a:r>
            <a:r>
              <a:rPr lang="ko-KR" altLang="en-US" sz="1600" dirty="0"/>
              <a:t>입력</a:t>
            </a:r>
            <a:endParaRPr lang="en-US" altLang="ko-KR" sz="1600" dirty="0"/>
          </a:p>
          <a:p>
            <a:pPr marL="823365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학습된 </a:t>
            </a:r>
            <a:r>
              <a:rPr lang="en-US" altLang="ko-KR" sz="1600" dirty="0"/>
              <a:t>Weight</a:t>
            </a:r>
            <a:r>
              <a:rPr lang="ko-KR" altLang="en-US" sz="1600" dirty="0"/>
              <a:t> </a:t>
            </a:r>
            <a:r>
              <a:rPr lang="en-US" altLang="ko-KR" sz="1600" dirty="0"/>
              <a:t>file(ONNX)</a:t>
            </a:r>
            <a:r>
              <a:rPr lang="ko-KR" altLang="en-US" sz="1600" dirty="0"/>
              <a:t>로 추론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949F372-2BA2-5616-545A-B05F8BE67A49}"/>
              </a:ext>
            </a:extLst>
          </p:cNvPr>
          <p:cNvSpPr/>
          <p:nvPr/>
        </p:nvSpPr>
        <p:spPr>
          <a:xfrm>
            <a:off x="3149600" y="2907052"/>
            <a:ext cx="1569677" cy="1783176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AEF54B3F-2B56-E731-B4CC-3A7170F0CAA3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8735996" y="6170107"/>
            <a:ext cx="184314" cy="441103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6561E76-7B5B-8AD3-25C1-368E002A2D2C}"/>
              </a:ext>
            </a:extLst>
          </p:cNvPr>
          <p:cNvSpPr txBox="1"/>
          <p:nvPr/>
        </p:nvSpPr>
        <p:spPr>
          <a:xfrm>
            <a:off x="9757070" y="5167186"/>
            <a:ext cx="1136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Ethernet(1G)</a:t>
            </a:r>
            <a:endParaRPr lang="ko-KR" altLang="en-US" sz="1400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0777035-A98F-CB45-EF12-B41DF0AAD47B}"/>
              </a:ext>
            </a:extLst>
          </p:cNvPr>
          <p:cNvSpPr/>
          <p:nvPr/>
        </p:nvSpPr>
        <p:spPr>
          <a:xfrm>
            <a:off x="8454951" y="5256888"/>
            <a:ext cx="934470" cy="4361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Lan Cable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515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B96C7-AEDF-0EDA-572A-5FFE1E9B2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>
            <a:extLst>
              <a:ext uri="{FF2B5EF4-FFF2-40B4-BE49-F238E27FC236}">
                <a16:creationId xmlns:a16="http://schemas.microsoft.com/office/drawing/2014/main" id="{8638CC4F-5628-AB55-A2E8-B3786F7149D9}"/>
              </a:ext>
            </a:extLst>
          </p:cNvPr>
          <p:cNvSpPr txBox="1"/>
          <p:nvPr/>
        </p:nvSpPr>
        <p:spPr>
          <a:xfrm>
            <a:off x="49525" y="43042"/>
            <a:ext cx="2075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Decoding</a:t>
            </a:r>
            <a:endParaRPr lang="ko-KR" altLang="en-US" sz="3200" b="1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87D9AFF-65EC-377D-AFD7-D33758EB15A2}"/>
              </a:ext>
            </a:extLst>
          </p:cNvPr>
          <p:cNvSpPr/>
          <p:nvPr/>
        </p:nvSpPr>
        <p:spPr>
          <a:xfrm>
            <a:off x="3838818" y="1200600"/>
            <a:ext cx="1079818" cy="1559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AD9371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FFF92A9-EA01-3392-2848-CF810C1E176F}"/>
              </a:ext>
            </a:extLst>
          </p:cNvPr>
          <p:cNvSpPr/>
          <p:nvPr/>
        </p:nvSpPr>
        <p:spPr>
          <a:xfrm>
            <a:off x="5522402" y="1200600"/>
            <a:ext cx="1756797" cy="1559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FPGA</a:t>
            </a:r>
            <a:br>
              <a:rPr lang="en-US" altLang="ko-KR" sz="2000" dirty="0"/>
            </a:br>
            <a:r>
              <a:rPr lang="en-US" altLang="ko-KR" sz="1800" dirty="0"/>
              <a:t>(Raw data capture)</a:t>
            </a:r>
            <a:endParaRPr lang="ko-KR" altLang="en-US" sz="20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439BE49-9C49-9143-7647-FB599F9E6026}"/>
              </a:ext>
            </a:extLst>
          </p:cNvPr>
          <p:cNvSpPr/>
          <p:nvPr/>
        </p:nvSpPr>
        <p:spPr>
          <a:xfrm>
            <a:off x="7279199" y="1200600"/>
            <a:ext cx="1413395" cy="1559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SoC</a:t>
            </a:r>
          </a:p>
          <a:p>
            <a:pPr algn="ctr"/>
            <a:r>
              <a:rPr lang="en-US" altLang="ko-KR" dirty="0"/>
              <a:t>(Analysis)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29AC433-EA9A-3E6D-2A5A-58250C0BE48E}"/>
              </a:ext>
            </a:extLst>
          </p:cNvPr>
          <p:cNvSpPr/>
          <p:nvPr/>
        </p:nvSpPr>
        <p:spPr>
          <a:xfrm>
            <a:off x="2125067" y="1212995"/>
            <a:ext cx="1079818" cy="1559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LNA</a:t>
            </a:r>
            <a:endParaRPr lang="ko-KR" altLang="en-US" dirty="0"/>
          </a:p>
        </p:txBody>
      </p: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B7357FFA-968D-843A-93F4-7DB726A5F5BB}"/>
              </a:ext>
            </a:extLst>
          </p:cNvPr>
          <p:cNvSpPr/>
          <p:nvPr/>
        </p:nvSpPr>
        <p:spPr>
          <a:xfrm rot="10800000">
            <a:off x="1345319" y="1252599"/>
            <a:ext cx="295835" cy="36307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4FA324E0-EFD8-58D5-1814-8614F57B35D9}"/>
              </a:ext>
            </a:extLst>
          </p:cNvPr>
          <p:cNvCxnSpPr>
            <a:cxnSpLocks/>
          </p:cNvCxnSpPr>
          <p:nvPr/>
        </p:nvCxnSpPr>
        <p:spPr>
          <a:xfrm>
            <a:off x="1491133" y="1623130"/>
            <a:ext cx="0" cy="369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45DF2FD-B856-7698-9FB0-EDB27F68BB0A}"/>
              </a:ext>
            </a:extLst>
          </p:cNvPr>
          <p:cNvCxnSpPr>
            <a:cxnSpLocks/>
          </p:cNvCxnSpPr>
          <p:nvPr/>
        </p:nvCxnSpPr>
        <p:spPr>
          <a:xfrm>
            <a:off x="1478891" y="1980529"/>
            <a:ext cx="6339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0C1B6BFC-6EEC-A6AA-6063-449974EF9844}"/>
              </a:ext>
            </a:extLst>
          </p:cNvPr>
          <p:cNvCxnSpPr>
            <a:cxnSpLocks/>
          </p:cNvCxnSpPr>
          <p:nvPr/>
        </p:nvCxnSpPr>
        <p:spPr>
          <a:xfrm>
            <a:off x="3204885" y="1992924"/>
            <a:ext cx="6339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F5FB5BF-0FB1-7335-C4C1-80D0419124D8}"/>
              </a:ext>
            </a:extLst>
          </p:cNvPr>
          <p:cNvCxnSpPr>
            <a:cxnSpLocks/>
          </p:cNvCxnSpPr>
          <p:nvPr/>
        </p:nvCxnSpPr>
        <p:spPr>
          <a:xfrm>
            <a:off x="4918636" y="1992924"/>
            <a:ext cx="6339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D36E914-E1F7-D63A-E4F5-9ACB7F0A9E82}"/>
              </a:ext>
            </a:extLst>
          </p:cNvPr>
          <p:cNvSpPr txBox="1"/>
          <p:nvPr/>
        </p:nvSpPr>
        <p:spPr>
          <a:xfrm>
            <a:off x="4961920" y="1562401"/>
            <a:ext cx="436338" cy="4181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IQ</a:t>
            </a:r>
            <a:endParaRPr lang="ko-KR" altLang="en-US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AE5005C-786D-A1A4-DA44-5547C55C26E4}"/>
              </a:ext>
            </a:extLst>
          </p:cNvPr>
          <p:cNvCxnSpPr>
            <a:cxnSpLocks/>
          </p:cNvCxnSpPr>
          <p:nvPr/>
        </p:nvCxnSpPr>
        <p:spPr>
          <a:xfrm>
            <a:off x="8692594" y="1992924"/>
            <a:ext cx="1569148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39595AF-C1F4-150E-23C0-692192862A32}"/>
              </a:ext>
            </a:extLst>
          </p:cNvPr>
          <p:cNvSpPr txBox="1"/>
          <p:nvPr/>
        </p:nvSpPr>
        <p:spPr>
          <a:xfrm>
            <a:off x="8843020" y="1565761"/>
            <a:ext cx="1268296" cy="4181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식별정보</a:t>
            </a: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6B9A68BC-42FA-CE17-A4B7-212F8DC1A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4935"/>
            <a:ext cx="12801600" cy="2799439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7AAEB3EE-714C-F868-6753-3A02D752B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2863"/>
            <a:ext cx="12801600" cy="279082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7B8EDFD-F929-474F-00B8-13DFEC596107}"/>
              </a:ext>
            </a:extLst>
          </p:cNvPr>
          <p:cNvSpPr/>
          <p:nvPr/>
        </p:nvSpPr>
        <p:spPr>
          <a:xfrm>
            <a:off x="10258216" y="1212995"/>
            <a:ext cx="1413395" cy="1559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ORIN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0738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596</TotalTime>
  <Words>470</Words>
  <Application>Microsoft Office PowerPoint</Application>
  <PresentationFormat>A3 용지(297x420mm)</PresentationFormat>
  <Paragraphs>189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seon shin</dc:creator>
  <cp:lastModifiedBy>신 현섭</cp:lastModifiedBy>
  <cp:revision>66</cp:revision>
  <dcterms:created xsi:type="dcterms:W3CDTF">2026-03-16T01:05:47Z</dcterms:created>
  <dcterms:modified xsi:type="dcterms:W3CDTF">2026-06-18T02:05:38Z</dcterms:modified>
</cp:coreProperties>
</file>